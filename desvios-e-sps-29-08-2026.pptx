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947275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41" autoAdjust="0"/>
    <p:restoredTop sz="94660"/>
  </p:normalViewPr>
  <p:slideViewPr>
    <p:cSldViewPr snapToGrid="0">
      <p:cViewPr>
        <p:scale>
          <a:sx n="400" d="100"/>
          <a:sy n="400" d="100"/>
        </p:scale>
        <p:origin x="-11832" y="-11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E85CE6-6309-4EAD-B70B-5A38325968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B7A6EAE-9F19-42B0-98FC-B16C4E1BB2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37D43C7-8139-404F-A49C-B0C715B5D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9BF03-5A8B-4405-8A48-AAFEAEC69210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E1D65E9-31C7-48E9-BAC8-B2CF2240D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5AA5E24-17F9-4DFA-B85D-BA43E0903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DD9FA-3598-446E-8C03-F0823C04C3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3422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5D44FF-9FAF-4905-BFCB-5B99120D1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3CB5D05-EB6B-45C2-803B-F880F0570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18F81AF-AA58-42A1-9693-EE6F3ADE6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9BF03-5A8B-4405-8A48-AAFEAEC69210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08A59FC-AD58-4383-BF1D-BED002860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678CFB0-D9E6-4AE9-869D-FC47A2B4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DD9FA-3598-446E-8C03-F0823C04C3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4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F61E57-0855-421C-9E99-617B4140F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89BAE5E-C63A-4D1D-A8EB-07A2A83DA9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D1A98A9-4554-4CD8-B523-6F24E0E99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9BF03-5A8B-4405-8A48-AAFEAEC69210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ABF8814-E850-456B-81B7-06AF866C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2BF89A8-2518-4149-B7FD-21DE409DA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DD9FA-3598-446E-8C03-F0823C04C3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0571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CED5CD-AD17-4735-A0F1-1C8B3DB91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AEBF41-A5FF-4D6B-BF67-6101BE07D7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DAEF3D4-21CA-45CE-AFC8-90025902E6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7E7C7A8-55F9-48BD-A8C7-970633991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9BF03-5A8B-4405-8A48-AAFEAEC69210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59DC46B-B95A-480D-9D3D-5C62599C0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6D39C33-6A98-4398-B970-EC78AD8BF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DD9FA-3598-446E-8C03-F0823C04C3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6770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403D2B-4E0C-4E7D-BF99-B02FE9FC4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F619AEB-58F0-42E5-98F4-FE8A0B56E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DE4C58D-BA6E-466E-ADC6-031ECD885C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4FFB5F4-F402-4CC9-9948-E350828C0C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62FAE94-7CC0-4E56-95D8-76AF40BE1A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1BCF8F5-7C54-4B2F-A2E0-95EB159A3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9BF03-5A8B-4405-8A48-AAFEAEC69210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7ADB249-E988-445F-9DB2-9326863EE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5E4683D-63B2-4F51-8DC2-978EC0B76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DD9FA-3598-446E-8C03-F0823C04C3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5443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5C295B-CAF6-4F38-BD34-5F5104961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664EA71-03F1-4857-B69D-D6362A111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9BF03-5A8B-4405-8A48-AAFEAEC69210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0C20781-368B-47F5-8F72-B12D0826E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6CB20EC-06F0-4340-800A-C468D6357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DD9FA-3598-446E-8C03-F0823C04C3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2478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FF7CA55-1CE8-4091-BDE0-2E48C154E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9BF03-5A8B-4405-8A48-AAFEAEC69210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A07F0EC-BD6A-4D3A-A230-CBC6E2367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49EF7BF-13CD-4B8E-BE49-BEF262B53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DD9FA-3598-446E-8C03-F0823C04C3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4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65F347-3A22-4E68-A975-E3576D755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75DB7CF-AF6D-4941-8EEA-C2AE91036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2B12C0B-0652-41AB-A449-E9FF1EBFCF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CD7880E-E006-418B-B909-29469C94A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9BF03-5A8B-4405-8A48-AAFEAEC69210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A95ECEA-9B08-4A8A-8CA7-65DE1072D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C613F61-0938-48D2-893B-6635D700B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DD9FA-3598-446E-8C03-F0823C04C3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9840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D619E4-1412-473A-896E-99C86E210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CC1DA86-7CA6-4251-998A-4A33B5FAEA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560EB35-3F07-4264-983A-B321A1ADA0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DCCA798-5104-4259-B69E-5732F2C1B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9BF03-5A8B-4405-8A48-AAFEAEC69210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76DA989-0EF3-4F12-BACE-E0E53DC75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86DFDB9-61BD-4AE3-BD7C-850559223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DD9FA-3598-446E-8C03-F0823C04C3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2543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F6CAED-6F43-4344-8E8C-6A8D4B3D5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6B493FF-5CF2-44FC-AE85-B82723864A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31222CF-54A1-4673-91BD-3D52B0DF4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9BF03-5A8B-4405-8A48-AAFEAEC69210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6E2445-8424-4927-BEE1-FDDDA85F7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053177E-DFC8-4FBA-BCB7-3408C321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DD9FA-3598-446E-8C03-F0823C04C3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7637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ED08182-C96A-436A-B346-87BE05DCDB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74FDE36-2F85-48EB-8298-3C14D1B985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88411C-7B9B-431E-BC9F-FF156A186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9BF03-5A8B-4405-8A48-AAFEAEC69210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47CE54-3721-4573-9BB1-F581A45DF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CF12111-245B-4268-BDDA-03AD9B9BA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DD9FA-3598-446E-8C03-F0823C04C3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9568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D8E4D52-1CFA-493B-A5B7-B68E538F4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7B2CD57-65AE-4550-AF8A-C3370EA073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2D080B3-E9D5-4A5A-ACBD-8A84A60C27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79BF03-5A8B-4405-8A48-AAFEAEC69210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89237A-14DC-44D5-989E-005EBC2BE4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A96555-393E-4C60-8125-E71B78EB15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3DD9FA-3598-446E-8C03-F0823C04C3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6169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Conector reto 70">
            <a:extLst>
              <a:ext uri="{FF2B5EF4-FFF2-40B4-BE49-F238E27FC236}">
                <a16:creationId xmlns:a16="http://schemas.microsoft.com/office/drawing/2014/main" id="{9F79DEF9-9A1C-4D2B-B747-15361BB071A2}"/>
              </a:ext>
            </a:extLst>
          </p:cNvPr>
          <p:cNvCxnSpPr>
            <a:cxnSpLocks/>
            <a:endCxn id="80" idx="5"/>
          </p:cNvCxnSpPr>
          <p:nvPr/>
        </p:nvCxnSpPr>
        <p:spPr>
          <a:xfrm flipH="1" flipV="1">
            <a:off x="6735141" y="1923488"/>
            <a:ext cx="636407" cy="112531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BDAC2EB2-341B-C9BA-81D3-4C7576404937}"/>
              </a:ext>
            </a:extLst>
          </p:cNvPr>
          <p:cNvCxnSpPr>
            <a:cxnSpLocks/>
          </p:cNvCxnSpPr>
          <p:nvPr/>
        </p:nvCxnSpPr>
        <p:spPr>
          <a:xfrm flipV="1">
            <a:off x="7916100" y="754898"/>
            <a:ext cx="2361788" cy="124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9D62A8DD-830B-018D-7AE0-50E9E61DF93A}"/>
              </a:ext>
            </a:extLst>
          </p:cNvPr>
          <p:cNvSpPr/>
          <p:nvPr/>
        </p:nvSpPr>
        <p:spPr>
          <a:xfrm>
            <a:off x="9264905" y="642342"/>
            <a:ext cx="149122" cy="18608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58E6B8D8-335A-4F2C-8660-F69E2B4405F7}"/>
              </a:ext>
            </a:extLst>
          </p:cNvPr>
          <p:cNvCxnSpPr/>
          <p:nvPr/>
        </p:nvCxnSpPr>
        <p:spPr>
          <a:xfrm>
            <a:off x="1785769" y="501214"/>
            <a:ext cx="889657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A24D43F-0989-4EBF-9739-E39F59698B95}"/>
              </a:ext>
            </a:extLst>
          </p:cNvPr>
          <p:cNvCxnSpPr>
            <a:cxnSpLocks/>
          </p:cNvCxnSpPr>
          <p:nvPr/>
        </p:nvCxnSpPr>
        <p:spPr>
          <a:xfrm flipH="1">
            <a:off x="10612058" y="5754627"/>
            <a:ext cx="361495" cy="68076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E38AAE6F-ACC6-4B5F-A289-C0DAE7F58095}"/>
              </a:ext>
            </a:extLst>
          </p:cNvPr>
          <p:cNvCxnSpPr>
            <a:cxnSpLocks/>
          </p:cNvCxnSpPr>
          <p:nvPr/>
        </p:nvCxnSpPr>
        <p:spPr>
          <a:xfrm flipV="1">
            <a:off x="1262165" y="498695"/>
            <a:ext cx="521795" cy="50007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B9FF3FB8-336C-4966-AA4B-F82DC9F31DC8}"/>
              </a:ext>
            </a:extLst>
          </p:cNvPr>
          <p:cNvCxnSpPr>
            <a:cxnSpLocks/>
          </p:cNvCxnSpPr>
          <p:nvPr/>
        </p:nvCxnSpPr>
        <p:spPr>
          <a:xfrm>
            <a:off x="10282189" y="753489"/>
            <a:ext cx="592760" cy="49111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76715A18-F0C6-4BE5-856D-507A06FBD6EB}"/>
              </a:ext>
            </a:extLst>
          </p:cNvPr>
          <p:cNvCxnSpPr>
            <a:cxnSpLocks/>
          </p:cNvCxnSpPr>
          <p:nvPr/>
        </p:nvCxnSpPr>
        <p:spPr>
          <a:xfrm flipH="1" flipV="1">
            <a:off x="1248360" y="6076340"/>
            <a:ext cx="516146" cy="36933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2B4188DC-8B67-47A2-A736-396E9DC66374}"/>
              </a:ext>
            </a:extLst>
          </p:cNvPr>
          <p:cNvCxnSpPr>
            <a:cxnSpLocks/>
          </p:cNvCxnSpPr>
          <p:nvPr/>
        </p:nvCxnSpPr>
        <p:spPr>
          <a:xfrm flipV="1">
            <a:off x="2103519" y="871482"/>
            <a:ext cx="2267061" cy="243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6B742CFD-20D8-46DC-9867-F1EC16B8C0BB}"/>
              </a:ext>
            </a:extLst>
          </p:cNvPr>
          <p:cNvCxnSpPr>
            <a:cxnSpLocks/>
          </p:cNvCxnSpPr>
          <p:nvPr/>
        </p:nvCxnSpPr>
        <p:spPr>
          <a:xfrm flipH="1">
            <a:off x="1630395" y="1285990"/>
            <a:ext cx="35218" cy="458263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61E93509-D172-4F4F-B86E-2AAB43A78839}"/>
              </a:ext>
            </a:extLst>
          </p:cNvPr>
          <p:cNvCxnSpPr>
            <a:cxnSpLocks/>
          </p:cNvCxnSpPr>
          <p:nvPr/>
        </p:nvCxnSpPr>
        <p:spPr>
          <a:xfrm>
            <a:off x="10357872" y="1515639"/>
            <a:ext cx="51429" cy="409776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0035BC31-4D5B-4E76-85BF-B8A38D0499C8}"/>
              </a:ext>
            </a:extLst>
          </p:cNvPr>
          <p:cNvCxnSpPr>
            <a:cxnSpLocks/>
          </p:cNvCxnSpPr>
          <p:nvPr/>
        </p:nvCxnSpPr>
        <p:spPr>
          <a:xfrm flipH="1">
            <a:off x="10162478" y="5613400"/>
            <a:ext cx="246823" cy="42922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2E7F7D71-EC22-4CF0-ABA9-24EA18887FC8}"/>
              </a:ext>
            </a:extLst>
          </p:cNvPr>
          <p:cNvCxnSpPr>
            <a:cxnSpLocks/>
          </p:cNvCxnSpPr>
          <p:nvPr/>
        </p:nvCxnSpPr>
        <p:spPr>
          <a:xfrm flipV="1">
            <a:off x="1668414" y="868610"/>
            <a:ext cx="442956" cy="41738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3AB10EF4-300C-46FC-B3C3-30A94F3842F2}"/>
              </a:ext>
            </a:extLst>
          </p:cNvPr>
          <p:cNvCxnSpPr>
            <a:cxnSpLocks/>
          </p:cNvCxnSpPr>
          <p:nvPr/>
        </p:nvCxnSpPr>
        <p:spPr>
          <a:xfrm>
            <a:off x="9742621" y="1066847"/>
            <a:ext cx="615251" cy="4487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DC400473-CFA0-4C9D-927C-2BCA53EBBFB5}"/>
              </a:ext>
            </a:extLst>
          </p:cNvPr>
          <p:cNvCxnSpPr>
            <a:cxnSpLocks/>
          </p:cNvCxnSpPr>
          <p:nvPr/>
        </p:nvCxnSpPr>
        <p:spPr>
          <a:xfrm flipH="1" flipV="1">
            <a:off x="1630395" y="5868624"/>
            <a:ext cx="300540" cy="20034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C9995F55-3BC3-49F0-8FC6-3F2E29E72C99}"/>
              </a:ext>
            </a:extLst>
          </p:cNvPr>
          <p:cNvCxnSpPr>
            <a:cxnSpLocks/>
          </p:cNvCxnSpPr>
          <p:nvPr/>
        </p:nvCxnSpPr>
        <p:spPr>
          <a:xfrm>
            <a:off x="8136356" y="1051825"/>
            <a:ext cx="1606357" cy="892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A9C64277-C9DB-4FF9-BD29-BACF4A2F5A31}"/>
              </a:ext>
            </a:extLst>
          </p:cNvPr>
          <p:cNvCxnSpPr>
            <a:cxnSpLocks/>
          </p:cNvCxnSpPr>
          <p:nvPr/>
        </p:nvCxnSpPr>
        <p:spPr>
          <a:xfrm flipH="1">
            <a:off x="7816814" y="1045729"/>
            <a:ext cx="315395" cy="53378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9BE93A21-3E07-449F-96C9-100AEF780814}"/>
              </a:ext>
            </a:extLst>
          </p:cNvPr>
          <p:cNvCxnSpPr>
            <a:cxnSpLocks/>
          </p:cNvCxnSpPr>
          <p:nvPr/>
        </p:nvCxnSpPr>
        <p:spPr>
          <a:xfrm>
            <a:off x="7815208" y="1576766"/>
            <a:ext cx="1606" cy="315028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1543CE30-384B-4094-B316-E5034A9785C2}"/>
              </a:ext>
            </a:extLst>
          </p:cNvPr>
          <p:cNvCxnSpPr>
            <a:cxnSpLocks/>
          </p:cNvCxnSpPr>
          <p:nvPr/>
        </p:nvCxnSpPr>
        <p:spPr>
          <a:xfrm flipH="1">
            <a:off x="7507536" y="4727055"/>
            <a:ext cx="312139" cy="51619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676EC919-E7C5-4C0B-A6D9-596997F961A9}"/>
              </a:ext>
            </a:extLst>
          </p:cNvPr>
          <p:cNvCxnSpPr>
            <a:cxnSpLocks/>
          </p:cNvCxnSpPr>
          <p:nvPr/>
        </p:nvCxnSpPr>
        <p:spPr>
          <a:xfrm flipH="1" flipV="1">
            <a:off x="5237126" y="5240035"/>
            <a:ext cx="2270410" cy="491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to 52">
            <a:extLst>
              <a:ext uri="{FF2B5EF4-FFF2-40B4-BE49-F238E27FC236}">
                <a16:creationId xmlns:a16="http://schemas.microsoft.com/office/drawing/2014/main" id="{F1AC4446-21CA-4EE3-A584-D2475F4EB505}"/>
              </a:ext>
            </a:extLst>
          </p:cNvPr>
          <p:cNvCxnSpPr>
            <a:cxnSpLocks/>
          </p:cNvCxnSpPr>
          <p:nvPr/>
        </p:nvCxnSpPr>
        <p:spPr>
          <a:xfrm flipH="1" flipV="1">
            <a:off x="4838737" y="4809970"/>
            <a:ext cx="398389" cy="4332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10ABBD2C-6E5D-45B1-B497-7DED29E90CD1}"/>
              </a:ext>
            </a:extLst>
          </p:cNvPr>
          <p:cNvCxnSpPr>
            <a:cxnSpLocks/>
          </p:cNvCxnSpPr>
          <p:nvPr/>
        </p:nvCxnSpPr>
        <p:spPr>
          <a:xfrm>
            <a:off x="4838736" y="1435031"/>
            <a:ext cx="0" cy="337493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to 55">
            <a:extLst>
              <a:ext uri="{FF2B5EF4-FFF2-40B4-BE49-F238E27FC236}">
                <a16:creationId xmlns:a16="http://schemas.microsoft.com/office/drawing/2014/main" id="{633FA0E6-79D2-4880-B898-AC9980B2037B}"/>
              </a:ext>
            </a:extLst>
          </p:cNvPr>
          <p:cNvCxnSpPr>
            <a:cxnSpLocks/>
          </p:cNvCxnSpPr>
          <p:nvPr/>
        </p:nvCxnSpPr>
        <p:spPr>
          <a:xfrm flipH="1" flipV="1">
            <a:off x="4367454" y="865016"/>
            <a:ext cx="471282" cy="56942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84815285-0179-48CB-877E-B216ECA1F3C3}"/>
              </a:ext>
            </a:extLst>
          </p:cNvPr>
          <p:cNvCxnSpPr>
            <a:cxnSpLocks/>
            <a:stCxn id="82" idx="5"/>
          </p:cNvCxnSpPr>
          <p:nvPr/>
        </p:nvCxnSpPr>
        <p:spPr>
          <a:xfrm>
            <a:off x="5374631" y="3428490"/>
            <a:ext cx="441458" cy="534393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0911900-0248-4FA3-A1F0-FFB570DFD81A}"/>
              </a:ext>
            </a:extLst>
          </p:cNvPr>
          <p:cNvCxnSpPr>
            <a:cxnSpLocks/>
          </p:cNvCxnSpPr>
          <p:nvPr/>
        </p:nvCxnSpPr>
        <p:spPr>
          <a:xfrm flipH="1">
            <a:off x="5814951" y="3954573"/>
            <a:ext cx="651275" cy="5929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to 72">
            <a:extLst>
              <a:ext uri="{FF2B5EF4-FFF2-40B4-BE49-F238E27FC236}">
                <a16:creationId xmlns:a16="http://schemas.microsoft.com/office/drawing/2014/main" id="{40C6A496-59CA-4339-929E-4DDE71A49ECB}"/>
              </a:ext>
            </a:extLst>
          </p:cNvPr>
          <p:cNvCxnSpPr>
            <a:cxnSpLocks/>
          </p:cNvCxnSpPr>
          <p:nvPr/>
        </p:nvCxnSpPr>
        <p:spPr>
          <a:xfrm flipH="1" flipV="1">
            <a:off x="7351691" y="1447215"/>
            <a:ext cx="4613" cy="157804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A935BCC5-513C-4F8B-9529-D9C2DF6F9818}"/>
              </a:ext>
            </a:extLst>
          </p:cNvPr>
          <p:cNvCxnSpPr>
            <a:cxnSpLocks/>
          </p:cNvCxnSpPr>
          <p:nvPr/>
        </p:nvCxnSpPr>
        <p:spPr>
          <a:xfrm flipH="1" flipV="1">
            <a:off x="5063981" y="2355553"/>
            <a:ext cx="230055" cy="93514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to 78">
            <a:extLst>
              <a:ext uri="{FF2B5EF4-FFF2-40B4-BE49-F238E27FC236}">
                <a16:creationId xmlns:a16="http://schemas.microsoft.com/office/drawing/2014/main" id="{565FA722-4187-4483-996A-3ABE0200F1D8}"/>
              </a:ext>
            </a:extLst>
          </p:cNvPr>
          <p:cNvCxnSpPr>
            <a:cxnSpLocks/>
          </p:cNvCxnSpPr>
          <p:nvPr/>
        </p:nvCxnSpPr>
        <p:spPr>
          <a:xfrm flipV="1">
            <a:off x="5309208" y="1148765"/>
            <a:ext cx="147652" cy="212089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Elipse 79">
            <a:extLst>
              <a:ext uri="{FF2B5EF4-FFF2-40B4-BE49-F238E27FC236}">
                <a16:creationId xmlns:a16="http://schemas.microsoft.com/office/drawing/2014/main" id="{FE6CE1C7-6551-4DFA-BADA-B06A953BCD4F}"/>
              </a:ext>
            </a:extLst>
          </p:cNvPr>
          <p:cNvSpPr/>
          <p:nvPr/>
        </p:nvSpPr>
        <p:spPr>
          <a:xfrm>
            <a:off x="6322025" y="1528339"/>
            <a:ext cx="483996" cy="462946"/>
          </a:xfrm>
          <a:prstGeom prst="ellipse">
            <a:avLst/>
          </a:prstGeom>
          <a:noFill/>
          <a:ln w="1905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3" name="Conector reto 82">
            <a:extLst>
              <a:ext uri="{FF2B5EF4-FFF2-40B4-BE49-F238E27FC236}">
                <a16:creationId xmlns:a16="http://schemas.microsoft.com/office/drawing/2014/main" id="{6A9B442D-F164-4A34-B8F3-C533995D49B8}"/>
              </a:ext>
            </a:extLst>
          </p:cNvPr>
          <p:cNvCxnSpPr>
            <a:cxnSpLocks/>
            <a:stCxn id="80" idx="1"/>
          </p:cNvCxnSpPr>
          <p:nvPr/>
        </p:nvCxnSpPr>
        <p:spPr>
          <a:xfrm flipH="1" flipV="1">
            <a:off x="6112740" y="1211671"/>
            <a:ext cx="280165" cy="38446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to 88">
            <a:extLst>
              <a:ext uri="{FF2B5EF4-FFF2-40B4-BE49-F238E27FC236}">
                <a16:creationId xmlns:a16="http://schemas.microsoft.com/office/drawing/2014/main" id="{1E8DE6D3-8E49-4C03-9B58-75769C278A61}"/>
              </a:ext>
            </a:extLst>
          </p:cNvPr>
          <p:cNvCxnSpPr>
            <a:cxnSpLocks/>
          </p:cNvCxnSpPr>
          <p:nvPr/>
        </p:nvCxnSpPr>
        <p:spPr>
          <a:xfrm flipH="1" flipV="1">
            <a:off x="5807908" y="1665647"/>
            <a:ext cx="522770" cy="8332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reto 90">
            <a:extLst>
              <a:ext uri="{FF2B5EF4-FFF2-40B4-BE49-F238E27FC236}">
                <a16:creationId xmlns:a16="http://schemas.microsoft.com/office/drawing/2014/main" id="{D866D236-2A1F-4C0A-A366-A7E7C402ED72}"/>
              </a:ext>
            </a:extLst>
          </p:cNvPr>
          <p:cNvCxnSpPr>
            <a:stCxn id="80" idx="3"/>
          </p:cNvCxnSpPr>
          <p:nvPr/>
        </p:nvCxnSpPr>
        <p:spPr>
          <a:xfrm flipH="1">
            <a:off x="5943776" y="1923488"/>
            <a:ext cx="449129" cy="35983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reto 106">
            <a:extLst>
              <a:ext uri="{FF2B5EF4-FFF2-40B4-BE49-F238E27FC236}">
                <a16:creationId xmlns:a16="http://schemas.microsoft.com/office/drawing/2014/main" id="{41C276B7-B551-4D99-A888-B3DFDAA93268}"/>
              </a:ext>
            </a:extLst>
          </p:cNvPr>
          <p:cNvCxnSpPr>
            <a:cxnSpLocks/>
            <a:stCxn id="109" idx="2"/>
            <a:endCxn id="14" idx="6"/>
          </p:cNvCxnSpPr>
          <p:nvPr/>
        </p:nvCxnSpPr>
        <p:spPr>
          <a:xfrm>
            <a:off x="4516576" y="484928"/>
            <a:ext cx="4126128" cy="57079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reto 113">
            <a:extLst>
              <a:ext uri="{FF2B5EF4-FFF2-40B4-BE49-F238E27FC236}">
                <a16:creationId xmlns:a16="http://schemas.microsoft.com/office/drawing/2014/main" id="{AF8089F8-51F7-4A85-BBE7-AE7BF0A754FD}"/>
              </a:ext>
            </a:extLst>
          </p:cNvPr>
          <p:cNvCxnSpPr>
            <a:cxnSpLocks/>
            <a:stCxn id="66" idx="4"/>
          </p:cNvCxnSpPr>
          <p:nvPr/>
        </p:nvCxnSpPr>
        <p:spPr>
          <a:xfrm flipH="1">
            <a:off x="7174086" y="2543553"/>
            <a:ext cx="641122" cy="2266417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ector reto 118">
            <a:extLst>
              <a:ext uri="{FF2B5EF4-FFF2-40B4-BE49-F238E27FC236}">
                <a16:creationId xmlns:a16="http://schemas.microsoft.com/office/drawing/2014/main" id="{4276A38C-AFF1-4D71-AE11-67DB6694251A}"/>
              </a:ext>
            </a:extLst>
          </p:cNvPr>
          <p:cNvCxnSpPr>
            <a:cxnSpLocks/>
          </p:cNvCxnSpPr>
          <p:nvPr/>
        </p:nvCxnSpPr>
        <p:spPr>
          <a:xfrm>
            <a:off x="4839551" y="3048801"/>
            <a:ext cx="426209" cy="175946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ector reto 120">
            <a:extLst>
              <a:ext uri="{FF2B5EF4-FFF2-40B4-BE49-F238E27FC236}">
                <a16:creationId xmlns:a16="http://schemas.microsoft.com/office/drawing/2014/main" id="{9BF99935-900B-45FF-AE51-68DF33C2BE44}"/>
              </a:ext>
            </a:extLst>
          </p:cNvPr>
          <p:cNvCxnSpPr>
            <a:cxnSpLocks/>
            <a:endCxn id="70" idx="2"/>
          </p:cNvCxnSpPr>
          <p:nvPr/>
        </p:nvCxnSpPr>
        <p:spPr>
          <a:xfrm>
            <a:off x="5265760" y="4810911"/>
            <a:ext cx="614719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ector reto 125">
            <a:extLst>
              <a:ext uri="{FF2B5EF4-FFF2-40B4-BE49-F238E27FC236}">
                <a16:creationId xmlns:a16="http://schemas.microsoft.com/office/drawing/2014/main" id="{45D2AF42-E4E1-4EF3-BA47-78248283A48D}"/>
              </a:ext>
            </a:extLst>
          </p:cNvPr>
          <p:cNvCxnSpPr>
            <a:cxnSpLocks/>
            <a:stCxn id="70" idx="6"/>
          </p:cNvCxnSpPr>
          <p:nvPr/>
        </p:nvCxnSpPr>
        <p:spPr>
          <a:xfrm flipV="1">
            <a:off x="6029601" y="3398545"/>
            <a:ext cx="1292740" cy="141236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ector reto 134">
            <a:extLst>
              <a:ext uri="{FF2B5EF4-FFF2-40B4-BE49-F238E27FC236}">
                <a16:creationId xmlns:a16="http://schemas.microsoft.com/office/drawing/2014/main" id="{EE9407ED-BDB3-4BA3-B93E-8C06F8F5B42C}"/>
              </a:ext>
            </a:extLst>
          </p:cNvPr>
          <p:cNvCxnSpPr>
            <a:cxnSpLocks/>
            <a:stCxn id="74" idx="6"/>
          </p:cNvCxnSpPr>
          <p:nvPr/>
        </p:nvCxnSpPr>
        <p:spPr>
          <a:xfrm>
            <a:off x="2134111" y="498695"/>
            <a:ext cx="756890" cy="33969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AEBFB743-8E10-42F7-954D-A34CBFFD841B}"/>
              </a:ext>
            </a:extLst>
          </p:cNvPr>
          <p:cNvCxnSpPr>
            <a:cxnSpLocks/>
            <a:stCxn id="81" idx="6"/>
            <a:endCxn id="76" idx="2"/>
          </p:cNvCxnSpPr>
          <p:nvPr/>
        </p:nvCxnSpPr>
        <p:spPr>
          <a:xfrm flipV="1">
            <a:off x="3519486" y="483299"/>
            <a:ext cx="733903" cy="39390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08AE73EF-36F7-4FC3-BEF4-3634FC4E9880}"/>
              </a:ext>
            </a:extLst>
          </p:cNvPr>
          <p:cNvCxnSpPr>
            <a:cxnSpLocks/>
          </p:cNvCxnSpPr>
          <p:nvPr/>
        </p:nvCxnSpPr>
        <p:spPr>
          <a:xfrm>
            <a:off x="2356410" y="871482"/>
            <a:ext cx="559784" cy="55663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18364D1C-4A26-4DBA-9FFF-6815219CBFF6}"/>
              </a:ext>
            </a:extLst>
          </p:cNvPr>
          <p:cNvCxnSpPr>
            <a:cxnSpLocks/>
          </p:cNvCxnSpPr>
          <p:nvPr/>
        </p:nvCxnSpPr>
        <p:spPr>
          <a:xfrm>
            <a:off x="2918403" y="1428116"/>
            <a:ext cx="1193981" cy="1909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lipse 13">
            <a:extLst>
              <a:ext uri="{FF2B5EF4-FFF2-40B4-BE49-F238E27FC236}">
                <a16:creationId xmlns:a16="http://schemas.microsoft.com/office/drawing/2014/main" id="{70C91012-9A98-4BD5-A7C5-1AD99D2FF6F0}"/>
              </a:ext>
            </a:extLst>
          </p:cNvPr>
          <p:cNvSpPr/>
          <p:nvPr/>
        </p:nvSpPr>
        <p:spPr>
          <a:xfrm>
            <a:off x="8493582" y="962683"/>
            <a:ext cx="149122" cy="18608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6" name="Elipse 65">
            <a:extLst>
              <a:ext uri="{FF2B5EF4-FFF2-40B4-BE49-F238E27FC236}">
                <a16:creationId xmlns:a16="http://schemas.microsoft.com/office/drawing/2014/main" id="{1EC792F8-733B-4B2A-99A6-0E9BFA1A643F}"/>
              </a:ext>
            </a:extLst>
          </p:cNvPr>
          <p:cNvSpPr/>
          <p:nvPr/>
        </p:nvSpPr>
        <p:spPr>
          <a:xfrm>
            <a:off x="7740647" y="2357471"/>
            <a:ext cx="149122" cy="18608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7" name="Elipse 66">
            <a:extLst>
              <a:ext uri="{FF2B5EF4-FFF2-40B4-BE49-F238E27FC236}">
                <a16:creationId xmlns:a16="http://schemas.microsoft.com/office/drawing/2014/main" id="{33F99BBB-C4A5-42AE-8369-F8C0C382E33F}"/>
              </a:ext>
            </a:extLst>
          </p:cNvPr>
          <p:cNvSpPr/>
          <p:nvPr/>
        </p:nvSpPr>
        <p:spPr>
          <a:xfrm>
            <a:off x="7306594" y="3025256"/>
            <a:ext cx="149122" cy="18608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8" name="Elipse 67">
            <a:extLst>
              <a:ext uri="{FF2B5EF4-FFF2-40B4-BE49-F238E27FC236}">
                <a16:creationId xmlns:a16="http://schemas.microsoft.com/office/drawing/2014/main" id="{BA50713B-8A7D-44F7-9F25-263BB7860808}"/>
              </a:ext>
            </a:extLst>
          </p:cNvPr>
          <p:cNvSpPr/>
          <p:nvPr/>
        </p:nvSpPr>
        <p:spPr>
          <a:xfrm>
            <a:off x="7272941" y="3220071"/>
            <a:ext cx="149122" cy="18608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0" name="Elipse 69">
            <a:extLst>
              <a:ext uri="{FF2B5EF4-FFF2-40B4-BE49-F238E27FC236}">
                <a16:creationId xmlns:a16="http://schemas.microsoft.com/office/drawing/2014/main" id="{F834F353-AA38-4CB0-A135-0ED6CE5D740D}"/>
              </a:ext>
            </a:extLst>
          </p:cNvPr>
          <p:cNvSpPr/>
          <p:nvPr/>
        </p:nvSpPr>
        <p:spPr>
          <a:xfrm>
            <a:off x="5880479" y="4717870"/>
            <a:ext cx="149122" cy="18608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2" name="Elipse 71">
            <a:extLst>
              <a:ext uri="{FF2B5EF4-FFF2-40B4-BE49-F238E27FC236}">
                <a16:creationId xmlns:a16="http://schemas.microsoft.com/office/drawing/2014/main" id="{0BDE3FC1-22CA-4C7F-BE5A-3CD4FC057941}"/>
              </a:ext>
            </a:extLst>
          </p:cNvPr>
          <p:cNvSpPr/>
          <p:nvPr/>
        </p:nvSpPr>
        <p:spPr>
          <a:xfrm>
            <a:off x="4768861" y="2890864"/>
            <a:ext cx="149122" cy="18608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4" name="Elipse 73">
            <a:extLst>
              <a:ext uri="{FF2B5EF4-FFF2-40B4-BE49-F238E27FC236}">
                <a16:creationId xmlns:a16="http://schemas.microsoft.com/office/drawing/2014/main" id="{F11EEB47-FC38-4654-9F17-55E158D731D2}"/>
              </a:ext>
            </a:extLst>
          </p:cNvPr>
          <p:cNvSpPr/>
          <p:nvPr/>
        </p:nvSpPr>
        <p:spPr>
          <a:xfrm>
            <a:off x="1984989" y="405654"/>
            <a:ext cx="149122" cy="18608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6" name="Elipse 75">
            <a:extLst>
              <a:ext uri="{FF2B5EF4-FFF2-40B4-BE49-F238E27FC236}">
                <a16:creationId xmlns:a16="http://schemas.microsoft.com/office/drawing/2014/main" id="{8373333F-99BB-4E96-B01E-300FBF27B9F4}"/>
              </a:ext>
            </a:extLst>
          </p:cNvPr>
          <p:cNvSpPr/>
          <p:nvPr/>
        </p:nvSpPr>
        <p:spPr>
          <a:xfrm>
            <a:off x="4253389" y="390258"/>
            <a:ext cx="149122" cy="18608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8" name="Elipse 77">
            <a:extLst>
              <a:ext uri="{FF2B5EF4-FFF2-40B4-BE49-F238E27FC236}">
                <a16:creationId xmlns:a16="http://schemas.microsoft.com/office/drawing/2014/main" id="{1CDD881B-E28F-4BAD-8CB3-D61FDB997D49}"/>
              </a:ext>
            </a:extLst>
          </p:cNvPr>
          <p:cNvSpPr/>
          <p:nvPr/>
        </p:nvSpPr>
        <p:spPr>
          <a:xfrm>
            <a:off x="2881789" y="793129"/>
            <a:ext cx="149122" cy="18608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1" name="Elipse 80">
            <a:extLst>
              <a:ext uri="{FF2B5EF4-FFF2-40B4-BE49-F238E27FC236}">
                <a16:creationId xmlns:a16="http://schemas.microsoft.com/office/drawing/2014/main" id="{B9DF816D-DC18-4CD3-B0A3-12C39C4DA990}"/>
              </a:ext>
            </a:extLst>
          </p:cNvPr>
          <p:cNvSpPr/>
          <p:nvPr/>
        </p:nvSpPr>
        <p:spPr>
          <a:xfrm>
            <a:off x="3370364" y="784165"/>
            <a:ext cx="149122" cy="18608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2" name="Elipse 81">
            <a:extLst>
              <a:ext uri="{FF2B5EF4-FFF2-40B4-BE49-F238E27FC236}">
                <a16:creationId xmlns:a16="http://schemas.microsoft.com/office/drawing/2014/main" id="{A8F27DA8-F146-4229-804E-7E5A34F0CEB6}"/>
              </a:ext>
            </a:extLst>
          </p:cNvPr>
          <p:cNvSpPr/>
          <p:nvPr/>
        </p:nvSpPr>
        <p:spPr>
          <a:xfrm>
            <a:off x="5247347" y="3269659"/>
            <a:ext cx="149122" cy="18608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5046A73D-A77F-46B7-9903-E611EF65A1B5}"/>
              </a:ext>
            </a:extLst>
          </p:cNvPr>
          <p:cNvCxnSpPr>
            <a:cxnSpLocks/>
            <a:stCxn id="88" idx="4"/>
          </p:cNvCxnSpPr>
          <p:nvPr/>
        </p:nvCxnSpPr>
        <p:spPr>
          <a:xfrm>
            <a:off x="10409301" y="3108326"/>
            <a:ext cx="331056" cy="44424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8B79E666-DB6C-4D55-B17B-164D7075FA3C}"/>
              </a:ext>
            </a:extLst>
          </p:cNvPr>
          <p:cNvCxnSpPr>
            <a:cxnSpLocks/>
          </p:cNvCxnSpPr>
          <p:nvPr/>
        </p:nvCxnSpPr>
        <p:spPr>
          <a:xfrm>
            <a:off x="10740357" y="3552573"/>
            <a:ext cx="22860" cy="142182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Elipse 87">
            <a:extLst>
              <a:ext uri="{FF2B5EF4-FFF2-40B4-BE49-F238E27FC236}">
                <a16:creationId xmlns:a16="http://schemas.microsoft.com/office/drawing/2014/main" id="{3CD34634-8CE5-48A5-A48B-A6DC377FD225}"/>
              </a:ext>
            </a:extLst>
          </p:cNvPr>
          <p:cNvSpPr/>
          <p:nvPr/>
        </p:nvSpPr>
        <p:spPr>
          <a:xfrm>
            <a:off x="10334740" y="2922244"/>
            <a:ext cx="149122" cy="18608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5" name="Elipse 94">
            <a:extLst>
              <a:ext uri="{FF2B5EF4-FFF2-40B4-BE49-F238E27FC236}">
                <a16:creationId xmlns:a16="http://schemas.microsoft.com/office/drawing/2014/main" id="{F952FE36-C6EF-435E-9328-C63D1AAA4544}"/>
              </a:ext>
            </a:extLst>
          </p:cNvPr>
          <p:cNvSpPr/>
          <p:nvPr/>
        </p:nvSpPr>
        <p:spPr>
          <a:xfrm>
            <a:off x="2295503" y="782373"/>
            <a:ext cx="149122" cy="18608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" name="Elipse 108">
            <a:extLst>
              <a:ext uri="{FF2B5EF4-FFF2-40B4-BE49-F238E27FC236}">
                <a16:creationId xmlns:a16="http://schemas.microsoft.com/office/drawing/2014/main" id="{5540E62C-5E90-4820-A7A5-9C9838F5EF7A}"/>
              </a:ext>
            </a:extLst>
          </p:cNvPr>
          <p:cNvSpPr/>
          <p:nvPr/>
        </p:nvSpPr>
        <p:spPr>
          <a:xfrm>
            <a:off x="4516576" y="391887"/>
            <a:ext cx="149122" cy="18608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33A11EBF-5A5A-63E6-83B1-4591A9C380C2}"/>
              </a:ext>
            </a:extLst>
          </p:cNvPr>
          <p:cNvCxnSpPr>
            <a:cxnSpLocks/>
          </p:cNvCxnSpPr>
          <p:nvPr/>
        </p:nvCxnSpPr>
        <p:spPr>
          <a:xfrm flipH="1" flipV="1">
            <a:off x="7088912" y="850650"/>
            <a:ext cx="254214" cy="59656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ipse 7">
            <a:extLst>
              <a:ext uri="{FF2B5EF4-FFF2-40B4-BE49-F238E27FC236}">
                <a16:creationId xmlns:a16="http://schemas.microsoft.com/office/drawing/2014/main" id="{21DB083E-7998-B1E6-16CB-951C61786ED6}"/>
              </a:ext>
            </a:extLst>
          </p:cNvPr>
          <p:cNvSpPr/>
          <p:nvPr/>
        </p:nvSpPr>
        <p:spPr>
          <a:xfrm>
            <a:off x="8813922" y="965787"/>
            <a:ext cx="149122" cy="18608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CCE674F6-8C5C-62EF-54FE-2CEFEC52D04C}"/>
              </a:ext>
            </a:extLst>
          </p:cNvPr>
          <p:cNvCxnSpPr>
            <a:cxnSpLocks/>
            <a:stCxn id="15" idx="2"/>
            <a:endCxn id="8" idx="6"/>
          </p:cNvCxnSpPr>
          <p:nvPr/>
        </p:nvCxnSpPr>
        <p:spPr>
          <a:xfrm flipH="1">
            <a:off x="8963044" y="735383"/>
            <a:ext cx="301861" cy="32344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Elipse 62">
            <a:extLst>
              <a:ext uri="{FF2B5EF4-FFF2-40B4-BE49-F238E27FC236}">
                <a16:creationId xmlns:a16="http://schemas.microsoft.com/office/drawing/2014/main" id="{14157CF0-3F5F-48C4-C8D0-668CFBC38598}"/>
              </a:ext>
            </a:extLst>
          </p:cNvPr>
          <p:cNvSpPr/>
          <p:nvPr/>
        </p:nvSpPr>
        <p:spPr>
          <a:xfrm>
            <a:off x="6934641" y="717435"/>
            <a:ext cx="149122" cy="18608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2" name="Conector reto 111">
            <a:extLst>
              <a:ext uri="{FF2B5EF4-FFF2-40B4-BE49-F238E27FC236}">
                <a16:creationId xmlns:a16="http://schemas.microsoft.com/office/drawing/2014/main" id="{8829E5BD-665D-9166-5D1D-84BCE291CCEA}"/>
              </a:ext>
            </a:extLst>
          </p:cNvPr>
          <p:cNvCxnSpPr>
            <a:cxnSpLocks/>
          </p:cNvCxnSpPr>
          <p:nvPr/>
        </p:nvCxnSpPr>
        <p:spPr>
          <a:xfrm>
            <a:off x="6799545" y="6438863"/>
            <a:ext cx="3812513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lipse 12">
            <a:extLst>
              <a:ext uri="{FF2B5EF4-FFF2-40B4-BE49-F238E27FC236}">
                <a16:creationId xmlns:a16="http://schemas.microsoft.com/office/drawing/2014/main" id="{98EA1040-82B9-2259-B391-4B9A19923E1D}"/>
              </a:ext>
            </a:extLst>
          </p:cNvPr>
          <p:cNvSpPr/>
          <p:nvPr/>
        </p:nvSpPr>
        <p:spPr>
          <a:xfrm>
            <a:off x="7271271" y="393515"/>
            <a:ext cx="149122" cy="18608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4" name="Conector reto 83">
            <a:extLst>
              <a:ext uri="{FF2B5EF4-FFF2-40B4-BE49-F238E27FC236}">
                <a16:creationId xmlns:a16="http://schemas.microsoft.com/office/drawing/2014/main" id="{DEB6DE98-C5E7-7B85-1C21-85042BB0716D}"/>
              </a:ext>
            </a:extLst>
          </p:cNvPr>
          <p:cNvCxnSpPr>
            <a:cxnSpLocks/>
            <a:stCxn id="13" idx="6"/>
          </p:cNvCxnSpPr>
          <p:nvPr/>
        </p:nvCxnSpPr>
        <p:spPr>
          <a:xfrm>
            <a:off x="7420393" y="486556"/>
            <a:ext cx="509487" cy="26709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to 91">
            <a:extLst>
              <a:ext uri="{FF2B5EF4-FFF2-40B4-BE49-F238E27FC236}">
                <a16:creationId xmlns:a16="http://schemas.microsoft.com/office/drawing/2014/main" id="{81BB1178-47E9-6B56-3CDF-5446F9380A56}"/>
              </a:ext>
            </a:extLst>
          </p:cNvPr>
          <p:cNvCxnSpPr>
            <a:cxnSpLocks/>
          </p:cNvCxnSpPr>
          <p:nvPr/>
        </p:nvCxnSpPr>
        <p:spPr>
          <a:xfrm flipV="1">
            <a:off x="6564023" y="1246089"/>
            <a:ext cx="0" cy="26955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ector reto 131">
            <a:extLst>
              <a:ext uri="{FF2B5EF4-FFF2-40B4-BE49-F238E27FC236}">
                <a16:creationId xmlns:a16="http://schemas.microsoft.com/office/drawing/2014/main" id="{42045E34-36E6-56A5-9C8F-75E9F11555FE}"/>
              </a:ext>
            </a:extLst>
          </p:cNvPr>
          <p:cNvCxnSpPr>
            <a:cxnSpLocks/>
          </p:cNvCxnSpPr>
          <p:nvPr/>
        </p:nvCxnSpPr>
        <p:spPr>
          <a:xfrm flipH="1" flipV="1">
            <a:off x="4826322" y="642342"/>
            <a:ext cx="242838" cy="174021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Conector reto 184">
            <a:extLst>
              <a:ext uri="{FF2B5EF4-FFF2-40B4-BE49-F238E27FC236}">
                <a16:creationId xmlns:a16="http://schemas.microsoft.com/office/drawing/2014/main" id="{B7360442-2F37-B384-B8D2-711A79F6BBB2}"/>
              </a:ext>
            </a:extLst>
          </p:cNvPr>
          <p:cNvCxnSpPr>
            <a:cxnSpLocks/>
          </p:cNvCxnSpPr>
          <p:nvPr/>
        </p:nvCxnSpPr>
        <p:spPr>
          <a:xfrm flipH="1">
            <a:off x="6466226" y="3386631"/>
            <a:ext cx="829509" cy="56793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ector reto 112">
            <a:extLst>
              <a:ext uri="{FF2B5EF4-FFF2-40B4-BE49-F238E27FC236}">
                <a16:creationId xmlns:a16="http://schemas.microsoft.com/office/drawing/2014/main" id="{75774278-1FDA-4CAA-A52F-34ACD21B8BD0}"/>
              </a:ext>
            </a:extLst>
          </p:cNvPr>
          <p:cNvCxnSpPr>
            <a:cxnSpLocks/>
          </p:cNvCxnSpPr>
          <p:nvPr/>
        </p:nvCxnSpPr>
        <p:spPr>
          <a:xfrm flipV="1">
            <a:off x="4471377" y="6435392"/>
            <a:ext cx="2372336" cy="1206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ector reto 115">
            <a:extLst>
              <a:ext uri="{FF2B5EF4-FFF2-40B4-BE49-F238E27FC236}">
                <a16:creationId xmlns:a16="http://schemas.microsoft.com/office/drawing/2014/main" id="{73ACC2D4-7DE2-AC60-5D76-74FFB4FF0445}"/>
              </a:ext>
            </a:extLst>
          </p:cNvPr>
          <p:cNvCxnSpPr>
            <a:cxnSpLocks/>
          </p:cNvCxnSpPr>
          <p:nvPr/>
        </p:nvCxnSpPr>
        <p:spPr>
          <a:xfrm>
            <a:off x="1744289" y="6444959"/>
            <a:ext cx="277228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ector reto 127">
            <a:extLst>
              <a:ext uri="{FF2B5EF4-FFF2-40B4-BE49-F238E27FC236}">
                <a16:creationId xmlns:a16="http://schemas.microsoft.com/office/drawing/2014/main" id="{870F38D3-1386-D671-A5A4-6CCE3541DCAB}"/>
              </a:ext>
            </a:extLst>
          </p:cNvPr>
          <p:cNvCxnSpPr>
            <a:cxnSpLocks/>
          </p:cNvCxnSpPr>
          <p:nvPr/>
        </p:nvCxnSpPr>
        <p:spPr>
          <a:xfrm>
            <a:off x="10874949" y="1211671"/>
            <a:ext cx="107935" cy="454295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ector reto 136">
            <a:extLst>
              <a:ext uri="{FF2B5EF4-FFF2-40B4-BE49-F238E27FC236}">
                <a16:creationId xmlns:a16="http://schemas.microsoft.com/office/drawing/2014/main" id="{14A75CD9-1449-A26E-70DC-B70A3594B9CC}"/>
              </a:ext>
            </a:extLst>
          </p:cNvPr>
          <p:cNvCxnSpPr>
            <a:cxnSpLocks/>
          </p:cNvCxnSpPr>
          <p:nvPr/>
        </p:nvCxnSpPr>
        <p:spPr>
          <a:xfrm flipH="1">
            <a:off x="1252957" y="1001264"/>
            <a:ext cx="6921" cy="508930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Elipse 42">
            <a:extLst>
              <a:ext uri="{FF2B5EF4-FFF2-40B4-BE49-F238E27FC236}">
                <a16:creationId xmlns:a16="http://schemas.microsoft.com/office/drawing/2014/main" id="{E94500B2-DFE7-129D-0586-650DA6FCC9A3}"/>
              </a:ext>
            </a:extLst>
          </p:cNvPr>
          <p:cNvSpPr/>
          <p:nvPr/>
        </p:nvSpPr>
        <p:spPr>
          <a:xfrm>
            <a:off x="5004777" y="2327319"/>
            <a:ext cx="149122" cy="18608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9" name="Conector reto 128">
            <a:extLst>
              <a:ext uri="{FF2B5EF4-FFF2-40B4-BE49-F238E27FC236}">
                <a16:creationId xmlns:a16="http://schemas.microsoft.com/office/drawing/2014/main" id="{2059C885-40A0-E99A-21F9-02D7508D6476}"/>
              </a:ext>
            </a:extLst>
          </p:cNvPr>
          <p:cNvCxnSpPr>
            <a:cxnSpLocks/>
            <a:stCxn id="43" idx="0"/>
          </p:cNvCxnSpPr>
          <p:nvPr/>
        </p:nvCxnSpPr>
        <p:spPr>
          <a:xfrm flipV="1">
            <a:off x="5079338" y="828424"/>
            <a:ext cx="39211" cy="149889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Conector reto 159">
            <a:extLst>
              <a:ext uri="{FF2B5EF4-FFF2-40B4-BE49-F238E27FC236}">
                <a16:creationId xmlns:a16="http://schemas.microsoft.com/office/drawing/2014/main" id="{74B8065F-FC39-185E-65D3-9F07631C5DC1}"/>
              </a:ext>
            </a:extLst>
          </p:cNvPr>
          <p:cNvCxnSpPr>
            <a:cxnSpLocks/>
          </p:cNvCxnSpPr>
          <p:nvPr/>
        </p:nvCxnSpPr>
        <p:spPr>
          <a:xfrm flipV="1">
            <a:off x="6370863" y="1721492"/>
            <a:ext cx="396140" cy="10895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C9378153-2864-EE10-CA22-BD37427210B0}"/>
              </a:ext>
            </a:extLst>
          </p:cNvPr>
          <p:cNvCxnSpPr>
            <a:cxnSpLocks/>
          </p:cNvCxnSpPr>
          <p:nvPr/>
        </p:nvCxnSpPr>
        <p:spPr>
          <a:xfrm flipV="1">
            <a:off x="6330678" y="6042623"/>
            <a:ext cx="3831800" cy="1628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7754AB58-757F-87C3-C10A-3887C20CB142}"/>
              </a:ext>
            </a:extLst>
          </p:cNvPr>
          <p:cNvCxnSpPr>
            <a:cxnSpLocks/>
          </p:cNvCxnSpPr>
          <p:nvPr/>
        </p:nvCxnSpPr>
        <p:spPr>
          <a:xfrm flipV="1">
            <a:off x="1928853" y="6058906"/>
            <a:ext cx="4464052" cy="133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ector reto 109">
            <a:extLst>
              <a:ext uri="{FF2B5EF4-FFF2-40B4-BE49-F238E27FC236}">
                <a16:creationId xmlns:a16="http://schemas.microsoft.com/office/drawing/2014/main" id="{63436A12-9526-329F-9962-689A0DF4A46A}"/>
              </a:ext>
            </a:extLst>
          </p:cNvPr>
          <p:cNvCxnSpPr>
            <a:cxnSpLocks/>
          </p:cNvCxnSpPr>
          <p:nvPr/>
        </p:nvCxnSpPr>
        <p:spPr>
          <a:xfrm>
            <a:off x="6032530" y="4808526"/>
            <a:ext cx="1141556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strela: 5 Pontas 16">
            <a:extLst>
              <a:ext uri="{FF2B5EF4-FFF2-40B4-BE49-F238E27FC236}">
                <a16:creationId xmlns:a16="http://schemas.microsoft.com/office/drawing/2014/main" id="{39C96534-D32E-FDB1-CD0A-F32AED88AD37}"/>
              </a:ext>
            </a:extLst>
          </p:cNvPr>
          <p:cNvSpPr/>
          <p:nvPr/>
        </p:nvSpPr>
        <p:spPr>
          <a:xfrm>
            <a:off x="4706925" y="3898094"/>
            <a:ext cx="255588" cy="242893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1389C57-148B-2BE1-BE6C-12AAEB45E634}"/>
              </a:ext>
            </a:extLst>
          </p:cNvPr>
          <p:cNvSpPr txBox="1">
            <a:spLocks/>
          </p:cNvSpPr>
          <p:nvPr/>
        </p:nvSpPr>
        <p:spPr>
          <a:xfrm>
            <a:off x="3559305" y="3817601"/>
            <a:ext cx="1148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dirty="0"/>
              <a:t>SP2 –L1 </a:t>
            </a:r>
          </a:p>
        </p:txBody>
      </p:sp>
      <p:sp>
        <p:nvSpPr>
          <p:cNvPr id="23" name="Estrela: 5 Pontas 22">
            <a:extLst>
              <a:ext uri="{FF2B5EF4-FFF2-40B4-BE49-F238E27FC236}">
                <a16:creationId xmlns:a16="http://schemas.microsoft.com/office/drawing/2014/main" id="{C68A841E-AD17-C1B5-0DBC-ED617775E450}"/>
              </a:ext>
            </a:extLst>
          </p:cNvPr>
          <p:cNvSpPr/>
          <p:nvPr/>
        </p:nvSpPr>
        <p:spPr>
          <a:xfrm>
            <a:off x="7692069" y="3585672"/>
            <a:ext cx="255588" cy="242893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strela: 5 Pontas 40">
            <a:extLst>
              <a:ext uri="{FF2B5EF4-FFF2-40B4-BE49-F238E27FC236}">
                <a16:creationId xmlns:a16="http://schemas.microsoft.com/office/drawing/2014/main" id="{331B1F71-3C58-4077-E9B1-2037BA6E496B}"/>
              </a:ext>
            </a:extLst>
          </p:cNvPr>
          <p:cNvSpPr/>
          <p:nvPr/>
        </p:nvSpPr>
        <p:spPr>
          <a:xfrm>
            <a:off x="4948864" y="3867632"/>
            <a:ext cx="255588" cy="242893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DD083537-F870-142B-FD53-3FBAC681A698}"/>
              </a:ext>
            </a:extLst>
          </p:cNvPr>
          <p:cNvSpPr txBox="1">
            <a:spLocks/>
          </p:cNvSpPr>
          <p:nvPr/>
        </p:nvSpPr>
        <p:spPr>
          <a:xfrm>
            <a:off x="5067175" y="3989074"/>
            <a:ext cx="955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dirty="0"/>
              <a:t>SP10-L6</a:t>
            </a:r>
          </a:p>
        </p:txBody>
      </p:sp>
      <p:sp>
        <p:nvSpPr>
          <p:cNvPr id="47" name="Estrela: 5 Pontas 46">
            <a:extLst>
              <a:ext uri="{FF2B5EF4-FFF2-40B4-BE49-F238E27FC236}">
                <a16:creationId xmlns:a16="http://schemas.microsoft.com/office/drawing/2014/main" id="{C5924663-BD27-AB1C-CE8D-D18E04EC22BD}"/>
              </a:ext>
            </a:extLst>
          </p:cNvPr>
          <p:cNvSpPr/>
          <p:nvPr/>
        </p:nvSpPr>
        <p:spPr>
          <a:xfrm>
            <a:off x="4423083" y="983462"/>
            <a:ext cx="255588" cy="242893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210FDD10-199C-4F41-DDAA-DE9D515A1B1B}"/>
              </a:ext>
            </a:extLst>
          </p:cNvPr>
          <p:cNvSpPr txBox="1">
            <a:spLocks/>
          </p:cNvSpPr>
          <p:nvPr/>
        </p:nvSpPr>
        <p:spPr>
          <a:xfrm>
            <a:off x="3577560" y="1145865"/>
            <a:ext cx="1041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dirty="0"/>
              <a:t>SP3 – L1</a:t>
            </a:r>
          </a:p>
        </p:txBody>
      </p:sp>
      <p:sp>
        <p:nvSpPr>
          <p:cNvPr id="58" name="Estrela: 5 Pontas 57">
            <a:extLst>
              <a:ext uri="{FF2B5EF4-FFF2-40B4-BE49-F238E27FC236}">
                <a16:creationId xmlns:a16="http://schemas.microsoft.com/office/drawing/2014/main" id="{8EDC2560-04E0-616E-CBFA-9FC2C6E8C128}"/>
              </a:ext>
            </a:extLst>
          </p:cNvPr>
          <p:cNvSpPr/>
          <p:nvPr/>
        </p:nvSpPr>
        <p:spPr>
          <a:xfrm>
            <a:off x="1138863" y="2762732"/>
            <a:ext cx="255588" cy="242893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11390397-66D9-68AD-1BCE-1D9C4F8BA41B}"/>
              </a:ext>
            </a:extLst>
          </p:cNvPr>
          <p:cNvSpPr txBox="1">
            <a:spLocks/>
          </p:cNvSpPr>
          <p:nvPr/>
        </p:nvSpPr>
        <p:spPr>
          <a:xfrm>
            <a:off x="145794" y="2696528"/>
            <a:ext cx="1003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dirty="0"/>
              <a:t>SP14-L2</a:t>
            </a:r>
          </a:p>
        </p:txBody>
      </p:sp>
      <p:sp>
        <p:nvSpPr>
          <p:cNvPr id="61" name="Estrela: 5 Pontas 60">
            <a:extLst>
              <a:ext uri="{FF2B5EF4-FFF2-40B4-BE49-F238E27FC236}">
                <a16:creationId xmlns:a16="http://schemas.microsoft.com/office/drawing/2014/main" id="{936F8A97-A7D0-EC84-E15D-D2CDED1AFC77}"/>
              </a:ext>
            </a:extLst>
          </p:cNvPr>
          <p:cNvSpPr/>
          <p:nvPr/>
        </p:nvSpPr>
        <p:spPr>
          <a:xfrm>
            <a:off x="1531293" y="3461875"/>
            <a:ext cx="255588" cy="242893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78ADFE33-09E5-432F-670A-7E89848B9E47}"/>
              </a:ext>
            </a:extLst>
          </p:cNvPr>
          <p:cNvSpPr txBox="1">
            <a:spLocks/>
          </p:cNvSpPr>
          <p:nvPr/>
        </p:nvSpPr>
        <p:spPr>
          <a:xfrm>
            <a:off x="1774380" y="3418531"/>
            <a:ext cx="1141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SP4 –L1</a:t>
            </a:r>
          </a:p>
        </p:txBody>
      </p:sp>
      <p:sp>
        <p:nvSpPr>
          <p:cNvPr id="65" name="Estrela: 5 Pontas 64">
            <a:extLst>
              <a:ext uri="{FF2B5EF4-FFF2-40B4-BE49-F238E27FC236}">
                <a16:creationId xmlns:a16="http://schemas.microsoft.com/office/drawing/2014/main" id="{4128CC93-0F4C-C95A-6316-C93C4E347E2F}"/>
              </a:ext>
            </a:extLst>
          </p:cNvPr>
          <p:cNvSpPr/>
          <p:nvPr/>
        </p:nvSpPr>
        <p:spPr>
          <a:xfrm>
            <a:off x="6031864" y="5925032"/>
            <a:ext cx="255588" cy="242893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F8C7BD16-690D-BF95-23AA-6A20081F0BF9}"/>
              </a:ext>
            </a:extLst>
          </p:cNvPr>
          <p:cNvSpPr txBox="1">
            <a:spLocks/>
          </p:cNvSpPr>
          <p:nvPr/>
        </p:nvSpPr>
        <p:spPr>
          <a:xfrm>
            <a:off x="5790446" y="5595938"/>
            <a:ext cx="1083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SP5-L1</a:t>
            </a:r>
          </a:p>
        </p:txBody>
      </p:sp>
      <p:sp>
        <p:nvSpPr>
          <p:cNvPr id="97" name="Estrela: 5 Pontas 96">
            <a:extLst>
              <a:ext uri="{FF2B5EF4-FFF2-40B4-BE49-F238E27FC236}">
                <a16:creationId xmlns:a16="http://schemas.microsoft.com/office/drawing/2014/main" id="{8AFAE176-13B8-0B54-1A51-AC704E8796DC}"/>
              </a:ext>
            </a:extLst>
          </p:cNvPr>
          <p:cNvSpPr/>
          <p:nvPr/>
        </p:nvSpPr>
        <p:spPr>
          <a:xfrm>
            <a:off x="6343323" y="6298412"/>
            <a:ext cx="255588" cy="242893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8" name="CaixaDeTexto 97">
            <a:extLst>
              <a:ext uri="{FF2B5EF4-FFF2-40B4-BE49-F238E27FC236}">
                <a16:creationId xmlns:a16="http://schemas.microsoft.com/office/drawing/2014/main" id="{EDB9AFD2-6C6E-4532-A5AC-86C57C89DA57}"/>
              </a:ext>
            </a:extLst>
          </p:cNvPr>
          <p:cNvSpPr txBox="1">
            <a:spLocks/>
          </p:cNvSpPr>
          <p:nvPr/>
        </p:nvSpPr>
        <p:spPr>
          <a:xfrm>
            <a:off x="5828220" y="6517958"/>
            <a:ext cx="1125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SP15-L2</a:t>
            </a:r>
          </a:p>
        </p:txBody>
      </p:sp>
      <p:sp>
        <p:nvSpPr>
          <p:cNvPr id="99" name="Estrela: 5 Pontas 98">
            <a:extLst>
              <a:ext uri="{FF2B5EF4-FFF2-40B4-BE49-F238E27FC236}">
                <a16:creationId xmlns:a16="http://schemas.microsoft.com/office/drawing/2014/main" id="{E9B95A24-9D1C-D4FA-7AFE-DAB5184ADA7D}"/>
              </a:ext>
            </a:extLst>
          </p:cNvPr>
          <p:cNvSpPr/>
          <p:nvPr/>
        </p:nvSpPr>
        <p:spPr>
          <a:xfrm>
            <a:off x="9947583" y="1158722"/>
            <a:ext cx="255588" cy="242893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0" name="CaixaDeTexto 99">
            <a:extLst>
              <a:ext uri="{FF2B5EF4-FFF2-40B4-BE49-F238E27FC236}">
                <a16:creationId xmlns:a16="http://schemas.microsoft.com/office/drawing/2014/main" id="{66D9B9B6-65AF-AE0B-CAAB-4E48B6CD012E}"/>
              </a:ext>
            </a:extLst>
          </p:cNvPr>
          <p:cNvSpPr txBox="1">
            <a:spLocks/>
          </p:cNvSpPr>
          <p:nvPr/>
        </p:nvSpPr>
        <p:spPr>
          <a:xfrm>
            <a:off x="9830857" y="820108"/>
            <a:ext cx="973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SP7-L1</a:t>
            </a:r>
          </a:p>
        </p:txBody>
      </p:sp>
      <p:sp>
        <p:nvSpPr>
          <p:cNvPr id="101" name="Estrela: 5 Pontas 100">
            <a:extLst>
              <a:ext uri="{FF2B5EF4-FFF2-40B4-BE49-F238E27FC236}">
                <a16:creationId xmlns:a16="http://schemas.microsoft.com/office/drawing/2014/main" id="{A7BF446C-DE08-1941-2965-9499A5D775D7}"/>
              </a:ext>
            </a:extLst>
          </p:cNvPr>
          <p:cNvSpPr/>
          <p:nvPr/>
        </p:nvSpPr>
        <p:spPr>
          <a:xfrm>
            <a:off x="10282228" y="3670782"/>
            <a:ext cx="255588" cy="242893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2" name="CaixaDeTexto 101">
            <a:extLst>
              <a:ext uri="{FF2B5EF4-FFF2-40B4-BE49-F238E27FC236}">
                <a16:creationId xmlns:a16="http://schemas.microsoft.com/office/drawing/2014/main" id="{421EFDA8-5D28-28C8-F115-4E58553EFA09}"/>
              </a:ext>
            </a:extLst>
          </p:cNvPr>
          <p:cNvSpPr txBox="1">
            <a:spLocks/>
          </p:cNvSpPr>
          <p:nvPr/>
        </p:nvSpPr>
        <p:spPr>
          <a:xfrm>
            <a:off x="9512555" y="3629343"/>
            <a:ext cx="851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SP6-L1</a:t>
            </a:r>
          </a:p>
        </p:txBody>
      </p:sp>
      <p:sp>
        <p:nvSpPr>
          <p:cNvPr id="103" name="Estrela: 5 Pontas 102">
            <a:extLst>
              <a:ext uri="{FF2B5EF4-FFF2-40B4-BE49-F238E27FC236}">
                <a16:creationId xmlns:a16="http://schemas.microsoft.com/office/drawing/2014/main" id="{A6EC3FD2-2584-7CCF-3BD4-62D71BDEF0DA}"/>
              </a:ext>
            </a:extLst>
          </p:cNvPr>
          <p:cNvSpPr/>
          <p:nvPr/>
        </p:nvSpPr>
        <p:spPr>
          <a:xfrm>
            <a:off x="7852083" y="594842"/>
            <a:ext cx="255588" cy="242893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4" name="CaixaDeTexto 103">
            <a:extLst>
              <a:ext uri="{FF2B5EF4-FFF2-40B4-BE49-F238E27FC236}">
                <a16:creationId xmlns:a16="http://schemas.microsoft.com/office/drawing/2014/main" id="{2515A325-43B8-90F9-D300-75A377F03A83}"/>
              </a:ext>
            </a:extLst>
          </p:cNvPr>
          <p:cNvSpPr txBox="1">
            <a:spLocks/>
          </p:cNvSpPr>
          <p:nvPr/>
        </p:nvSpPr>
        <p:spPr>
          <a:xfrm>
            <a:off x="8083739" y="448628"/>
            <a:ext cx="1054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SP17-L2</a:t>
            </a:r>
          </a:p>
        </p:txBody>
      </p:sp>
      <p:sp>
        <p:nvSpPr>
          <p:cNvPr id="105" name="Estrela: 5 Pontas 104">
            <a:extLst>
              <a:ext uri="{FF2B5EF4-FFF2-40B4-BE49-F238E27FC236}">
                <a16:creationId xmlns:a16="http://schemas.microsoft.com/office/drawing/2014/main" id="{3BBC92A8-C9CF-DB41-1168-284E7828CB82}"/>
              </a:ext>
            </a:extLst>
          </p:cNvPr>
          <p:cNvSpPr/>
          <p:nvPr/>
        </p:nvSpPr>
        <p:spPr>
          <a:xfrm>
            <a:off x="6004233" y="370052"/>
            <a:ext cx="255588" cy="242893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" name="CaixaDeTexto 105">
            <a:extLst>
              <a:ext uri="{FF2B5EF4-FFF2-40B4-BE49-F238E27FC236}">
                <a16:creationId xmlns:a16="http://schemas.microsoft.com/office/drawing/2014/main" id="{0C4BDFAC-A833-DA82-4258-CC1A2CBD289C}"/>
              </a:ext>
            </a:extLst>
          </p:cNvPr>
          <p:cNvSpPr txBox="1">
            <a:spLocks/>
          </p:cNvSpPr>
          <p:nvPr/>
        </p:nvSpPr>
        <p:spPr>
          <a:xfrm>
            <a:off x="5510084" y="52388"/>
            <a:ext cx="1034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SP18-L2</a:t>
            </a:r>
          </a:p>
        </p:txBody>
      </p:sp>
      <p:sp>
        <p:nvSpPr>
          <p:cNvPr id="108" name="Estrela: 5 Pontas 107">
            <a:extLst>
              <a:ext uri="{FF2B5EF4-FFF2-40B4-BE49-F238E27FC236}">
                <a16:creationId xmlns:a16="http://schemas.microsoft.com/office/drawing/2014/main" id="{090CB528-626B-E238-2BAB-F4BEC192BCC2}"/>
              </a:ext>
            </a:extLst>
          </p:cNvPr>
          <p:cNvSpPr/>
          <p:nvPr/>
        </p:nvSpPr>
        <p:spPr>
          <a:xfrm>
            <a:off x="6204258" y="625322"/>
            <a:ext cx="255588" cy="242893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1" name="CaixaDeTexto 110">
            <a:extLst>
              <a:ext uri="{FF2B5EF4-FFF2-40B4-BE49-F238E27FC236}">
                <a16:creationId xmlns:a16="http://schemas.microsoft.com/office/drawing/2014/main" id="{C7A13384-DD5B-4201-CB48-8B7F468FBF2A}"/>
              </a:ext>
            </a:extLst>
          </p:cNvPr>
          <p:cNvSpPr txBox="1">
            <a:spLocks/>
          </p:cNvSpPr>
          <p:nvPr/>
        </p:nvSpPr>
        <p:spPr>
          <a:xfrm>
            <a:off x="7916099" y="1521148"/>
            <a:ext cx="951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SP8-L1</a:t>
            </a:r>
          </a:p>
        </p:txBody>
      </p:sp>
      <p:sp>
        <p:nvSpPr>
          <p:cNvPr id="118" name="Estrela: 5 Pontas 117">
            <a:extLst>
              <a:ext uri="{FF2B5EF4-FFF2-40B4-BE49-F238E27FC236}">
                <a16:creationId xmlns:a16="http://schemas.microsoft.com/office/drawing/2014/main" id="{A1A3E06A-4D7A-085E-EC4D-D8D3D7B4AE96}"/>
              </a:ext>
            </a:extLst>
          </p:cNvPr>
          <p:cNvSpPr/>
          <p:nvPr/>
        </p:nvSpPr>
        <p:spPr>
          <a:xfrm>
            <a:off x="7699683" y="1425422"/>
            <a:ext cx="255588" cy="242893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2" name="Estrela: 5 Pontas 121">
            <a:extLst>
              <a:ext uri="{FF2B5EF4-FFF2-40B4-BE49-F238E27FC236}">
                <a16:creationId xmlns:a16="http://schemas.microsoft.com/office/drawing/2014/main" id="{AF11838B-32C0-8853-5DF1-7A930CB317BB}"/>
              </a:ext>
            </a:extLst>
          </p:cNvPr>
          <p:cNvSpPr/>
          <p:nvPr/>
        </p:nvSpPr>
        <p:spPr>
          <a:xfrm>
            <a:off x="7232958" y="2013432"/>
            <a:ext cx="255588" cy="242893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3" name="CaixaDeTexto 122">
            <a:extLst>
              <a:ext uri="{FF2B5EF4-FFF2-40B4-BE49-F238E27FC236}">
                <a16:creationId xmlns:a16="http://schemas.microsoft.com/office/drawing/2014/main" id="{E35AE8F4-1272-451A-3AB2-C383A5C3CA0D}"/>
              </a:ext>
            </a:extLst>
          </p:cNvPr>
          <p:cNvSpPr txBox="1">
            <a:spLocks/>
          </p:cNvSpPr>
          <p:nvPr/>
        </p:nvSpPr>
        <p:spPr>
          <a:xfrm>
            <a:off x="6216461" y="1948902"/>
            <a:ext cx="1073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dirty="0"/>
              <a:t>SP12-L4</a:t>
            </a:r>
          </a:p>
        </p:txBody>
      </p:sp>
      <p:sp>
        <p:nvSpPr>
          <p:cNvPr id="130" name="Estrela: 5 Pontas 129">
            <a:extLst>
              <a:ext uri="{FF2B5EF4-FFF2-40B4-BE49-F238E27FC236}">
                <a16:creationId xmlns:a16="http://schemas.microsoft.com/office/drawing/2014/main" id="{8DD0C471-CFD9-B07F-2103-99CEBC864D11}"/>
              </a:ext>
            </a:extLst>
          </p:cNvPr>
          <p:cNvSpPr/>
          <p:nvPr/>
        </p:nvSpPr>
        <p:spPr>
          <a:xfrm>
            <a:off x="6437624" y="4107658"/>
            <a:ext cx="255588" cy="242893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1" name="CaixaDeTexto 130">
            <a:extLst>
              <a:ext uri="{FF2B5EF4-FFF2-40B4-BE49-F238E27FC236}">
                <a16:creationId xmlns:a16="http://schemas.microsoft.com/office/drawing/2014/main" id="{4635048E-3DD4-7C87-CC97-45461675B04C}"/>
              </a:ext>
            </a:extLst>
          </p:cNvPr>
          <p:cNvSpPr txBox="1">
            <a:spLocks/>
          </p:cNvSpPr>
          <p:nvPr/>
        </p:nvSpPr>
        <p:spPr>
          <a:xfrm>
            <a:off x="6129200" y="4348171"/>
            <a:ext cx="1072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dirty="0"/>
              <a:t>SP11-L7</a:t>
            </a:r>
          </a:p>
        </p:txBody>
      </p:sp>
      <p:sp>
        <p:nvSpPr>
          <p:cNvPr id="133" name="Estrela: 5 Pontas 132">
            <a:extLst>
              <a:ext uri="{FF2B5EF4-FFF2-40B4-BE49-F238E27FC236}">
                <a16:creationId xmlns:a16="http://schemas.microsoft.com/office/drawing/2014/main" id="{7D04132D-2FED-FFF9-5EAE-CC8360466BD9}"/>
              </a:ext>
            </a:extLst>
          </p:cNvPr>
          <p:cNvSpPr/>
          <p:nvPr/>
        </p:nvSpPr>
        <p:spPr>
          <a:xfrm>
            <a:off x="7288203" y="3860012"/>
            <a:ext cx="255588" cy="242893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4" name="CaixaDeTexto 133">
            <a:extLst>
              <a:ext uri="{FF2B5EF4-FFF2-40B4-BE49-F238E27FC236}">
                <a16:creationId xmlns:a16="http://schemas.microsoft.com/office/drawing/2014/main" id="{93DBECDA-3C60-5406-0140-17EB5BEEDC98}"/>
              </a:ext>
            </a:extLst>
          </p:cNvPr>
          <p:cNvSpPr txBox="1">
            <a:spLocks/>
          </p:cNvSpPr>
          <p:nvPr/>
        </p:nvSpPr>
        <p:spPr>
          <a:xfrm>
            <a:off x="7176967" y="4064323"/>
            <a:ext cx="962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dirty="0"/>
              <a:t>SP9-L6</a:t>
            </a:r>
          </a:p>
        </p:txBody>
      </p:sp>
      <p:sp>
        <p:nvSpPr>
          <p:cNvPr id="141" name="CaixaDeTexto 140">
            <a:extLst>
              <a:ext uri="{FF2B5EF4-FFF2-40B4-BE49-F238E27FC236}">
                <a16:creationId xmlns:a16="http://schemas.microsoft.com/office/drawing/2014/main" id="{2A03A9D7-960A-2C15-6A44-BFB85CD41D3F}"/>
              </a:ext>
            </a:extLst>
          </p:cNvPr>
          <p:cNvSpPr txBox="1">
            <a:spLocks/>
          </p:cNvSpPr>
          <p:nvPr/>
        </p:nvSpPr>
        <p:spPr>
          <a:xfrm>
            <a:off x="5859969" y="805498"/>
            <a:ext cx="952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SP19-L2</a:t>
            </a:r>
          </a:p>
        </p:txBody>
      </p:sp>
      <p:cxnSp>
        <p:nvCxnSpPr>
          <p:cNvPr id="34" name="Conector reto 33">
            <a:extLst>
              <a:ext uri="{FF2B5EF4-FFF2-40B4-BE49-F238E27FC236}">
                <a16:creationId xmlns:a16="http://schemas.microsoft.com/office/drawing/2014/main" id="{8C860CA8-B2A3-2576-06F4-3B8784305F13}"/>
              </a:ext>
            </a:extLst>
          </p:cNvPr>
          <p:cNvCxnSpPr>
            <a:cxnSpLocks/>
          </p:cNvCxnSpPr>
          <p:nvPr/>
        </p:nvCxnSpPr>
        <p:spPr>
          <a:xfrm flipV="1">
            <a:off x="6362059" y="1684490"/>
            <a:ext cx="396140" cy="10895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>
            <a:extLst>
              <a:ext uri="{FF2B5EF4-FFF2-40B4-BE49-F238E27FC236}">
                <a16:creationId xmlns:a16="http://schemas.microsoft.com/office/drawing/2014/main" id="{4393C9EE-BFF6-3D7B-7E80-434ECA3BD050}"/>
              </a:ext>
            </a:extLst>
          </p:cNvPr>
          <p:cNvSpPr/>
          <p:nvPr/>
        </p:nvSpPr>
        <p:spPr>
          <a:xfrm>
            <a:off x="7740647" y="2093946"/>
            <a:ext cx="149122" cy="18608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5" name="Elipse 84">
            <a:extLst>
              <a:ext uri="{FF2B5EF4-FFF2-40B4-BE49-F238E27FC236}">
                <a16:creationId xmlns:a16="http://schemas.microsoft.com/office/drawing/2014/main" id="{C12BD986-073E-1996-641A-A34335441D48}"/>
              </a:ext>
            </a:extLst>
          </p:cNvPr>
          <p:cNvSpPr/>
          <p:nvPr/>
        </p:nvSpPr>
        <p:spPr>
          <a:xfrm>
            <a:off x="7269953" y="1452594"/>
            <a:ext cx="149122" cy="18608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7" name="Conector reto 86">
            <a:extLst>
              <a:ext uri="{FF2B5EF4-FFF2-40B4-BE49-F238E27FC236}">
                <a16:creationId xmlns:a16="http://schemas.microsoft.com/office/drawing/2014/main" id="{8829019B-E4B4-186D-1FAE-F3D6A46A7AF6}"/>
              </a:ext>
            </a:extLst>
          </p:cNvPr>
          <p:cNvCxnSpPr>
            <a:cxnSpLocks/>
            <a:endCxn id="35" idx="0"/>
          </p:cNvCxnSpPr>
          <p:nvPr/>
        </p:nvCxnSpPr>
        <p:spPr>
          <a:xfrm>
            <a:off x="7363158" y="1637876"/>
            <a:ext cx="452050" cy="45607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65A5EA36-2D0D-F5FA-8086-06050132AA76}"/>
              </a:ext>
            </a:extLst>
          </p:cNvPr>
          <p:cNvSpPr txBox="1">
            <a:spLocks/>
          </p:cNvSpPr>
          <p:nvPr/>
        </p:nvSpPr>
        <p:spPr>
          <a:xfrm>
            <a:off x="7933246" y="3540422"/>
            <a:ext cx="966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SP1-L1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9A5CE79-F70A-C739-CE5C-BB15424420A3}"/>
              </a:ext>
            </a:extLst>
          </p:cNvPr>
          <p:cNvSpPr txBox="1">
            <a:spLocks/>
          </p:cNvSpPr>
          <p:nvPr/>
        </p:nvSpPr>
        <p:spPr>
          <a:xfrm>
            <a:off x="7876100" y="2283115"/>
            <a:ext cx="966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D7-L1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9E6D468-627E-6D4B-3CB4-2B353BF5F105}"/>
              </a:ext>
            </a:extLst>
          </p:cNvPr>
          <p:cNvSpPr txBox="1">
            <a:spLocks/>
          </p:cNvSpPr>
          <p:nvPr/>
        </p:nvSpPr>
        <p:spPr>
          <a:xfrm>
            <a:off x="7877747" y="2283327"/>
            <a:ext cx="966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/>
            </a:lvl1pPr>
          </a:lstStyle>
          <a:p>
            <a:r>
              <a:rPr lang="pt-BR" dirty="0"/>
              <a:t>D7-L1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C549A94B-0F13-3849-19F5-DC78D6356FAA}"/>
              </a:ext>
            </a:extLst>
          </p:cNvPr>
          <p:cNvSpPr txBox="1">
            <a:spLocks/>
          </p:cNvSpPr>
          <p:nvPr/>
        </p:nvSpPr>
        <p:spPr>
          <a:xfrm>
            <a:off x="4061328" y="2773658"/>
            <a:ext cx="966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D1-L1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95DC7FFA-E44E-CDF5-7F77-4E9522C789AE}"/>
              </a:ext>
            </a:extLst>
          </p:cNvPr>
          <p:cNvSpPr txBox="1">
            <a:spLocks/>
          </p:cNvSpPr>
          <p:nvPr/>
        </p:nvSpPr>
        <p:spPr>
          <a:xfrm>
            <a:off x="3299325" y="887690"/>
            <a:ext cx="966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D2-L1</a:t>
            </a:r>
          </a:p>
        </p:txBody>
      </p:sp>
      <p:sp>
        <p:nvSpPr>
          <p:cNvPr id="117" name="CaixaDeTexto 116">
            <a:extLst>
              <a:ext uri="{FF2B5EF4-FFF2-40B4-BE49-F238E27FC236}">
                <a16:creationId xmlns:a16="http://schemas.microsoft.com/office/drawing/2014/main" id="{A0E5B836-E8F2-C3E6-0525-9347EADE812D}"/>
              </a:ext>
            </a:extLst>
          </p:cNvPr>
          <p:cNvSpPr txBox="1">
            <a:spLocks/>
          </p:cNvSpPr>
          <p:nvPr/>
        </p:nvSpPr>
        <p:spPr>
          <a:xfrm>
            <a:off x="2556366" y="882916"/>
            <a:ext cx="966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D3-L1</a:t>
            </a:r>
          </a:p>
        </p:txBody>
      </p:sp>
      <p:sp>
        <p:nvSpPr>
          <p:cNvPr id="120" name="CaixaDeTexto 119">
            <a:extLst>
              <a:ext uri="{FF2B5EF4-FFF2-40B4-BE49-F238E27FC236}">
                <a16:creationId xmlns:a16="http://schemas.microsoft.com/office/drawing/2014/main" id="{B6E713C7-0129-2F0C-54D1-B4D70B16D06E}"/>
              </a:ext>
            </a:extLst>
          </p:cNvPr>
          <p:cNvSpPr txBox="1">
            <a:spLocks/>
          </p:cNvSpPr>
          <p:nvPr/>
        </p:nvSpPr>
        <p:spPr>
          <a:xfrm>
            <a:off x="6895038" y="73296"/>
            <a:ext cx="966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D10-L2</a:t>
            </a:r>
          </a:p>
        </p:txBody>
      </p:sp>
      <p:sp>
        <p:nvSpPr>
          <p:cNvPr id="124" name="CaixaDeTexto 123">
            <a:extLst>
              <a:ext uri="{FF2B5EF4-FFF2-40B4-BE49-F238E27FC236}">
                <a16:creationId xmlns:a16="http://schemas.microsoft.com/office/drawing/2014/main" id="{065BCBFB-A233-16D4-FE31-8C70DA16814E}"/>
              </a:ext>
            </a:extLst>
          </p:cNvPr>
          <p:cNvSpPr txBox="1">
            <a:spLocks/>
          </p:cNvSpPr>
          <p:nvPr/>
        </p:nvSpPr>
        <p:spPr>
          <a:xfrm>
            <a:off x="8053902" y="1063894"/>
            <a:ext cx="966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D6-L1</a:t>
            </a:r>
          </a:p>
        </p:txBody>
      </p:sp>
      <p:sp>
        <p:nvSpPr>
          <p:cNvPr id="142" name="CaixaDeTexto 141">
            <a:extLst>
              <a:ext uri="{FF2B5EF4-FFF2-40B4-BE49-F238E27FC236}">
                <a16:creationId xmlns:a16="http://schemas.microsoft.com/office/drawing/2014/main" id="{4A4D5F30-E886-71DA-81D8-F15A28B2834D}"/>
              </a:ext>
            </a:extLst>
          </p:cNvPr>
          <p:cNvSpPr txBox="1">
            <a:spLocks/>
          </p:cNvSpPr>
          <p:nvPr/>
        </p:nvSpPr>
        <p:spPr>
          <a:xfrm>
            <a:off x="7876094" y="2025933"/>
            <a:ext cx="966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D18-L1</a:t>
            </a:r>
          </a:p>
        </p:txBody>
      </p:sp>
      <p:sp>
        <p:nvSpPr>
          <p:cNvPr id="143" name="CaixaDeTexto 142">
            <a:extLst>
              <a:ext uri="{FF2B5EF4-FFF2-40B4-BE49-F238E27FC236}">
                <a16:creationId xmlns:a16="http://schemas.microsoft.com/office/drawing/2014/main" id="{6BB0999B-2B1F-214E-450D-D0EFC8A44FD8}"/>
              </a:ext>
            </a:extLst>
          </p:cNvPr>
          <p:cNvSpPr txBox="1">
            <a:spLocks/>
          </p:cNvSpPr>
          <p:nvPr/>
        </p:nvSpPr>
        <p:spPr>
          <a:xfrm>
            <a:off x="5290061" y="4388148"/>
            <a:ext cx="966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D16-L6</a:t>
            </a:r>
          </a:p>
        </p:txBody>
      </p:sp>
      <p:sp>
        <p:nvSpPr>
          <p:cNvPr id="144" name="CaixaDeTexto 143">
            <a:extLst>
              <a:ext uri="{FF2B5EF4-FFF2-40B4-BE49-F238E27FC236}">
                <a16:creationId xmlns:a16="http://schemas.microsoft.com/office/drawing/2014/main" id="{01DD8722-8526-F3EB-F4F4-ECD689E1EDE8}"/>
              </a:ext>
            </a:extLst>
          </p:cNvPr>
          <p:cNvSpPr txBox="1">
            <a:spLocks/>
          </p:cNvSpPr>
          <p:nvPr/>
        </p:nvSpPr>
        <p:spPr>
          <a:xfrm>
            <a:off x="6485439" y="2940358"/>
            <a:ext cx="966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D14-L1</a:t>
            </a:r>
          </a:p>
        </p:txBody>
      </p:sp>
      <p:sp>
        <p:nvSpPr>
          <p:cNvPr id="145" name="CaixaDeTexto 144">
            <a:extLst>
              <a:ext uri="{FF2B5EF4-FFF2-40B4-BE49-F238E27FC236}">
                <a16:creationId xmlns:a16="http://schemas.microsoft.com/office/drawing/2014/main" id="{2BA22FCA-4DEF-0EB1-AA6C-57DDD91204A8}"/>
              </a:ext>
            </a:extLst>
          </p:cNvPr>
          <p:cNvSpPr txBox="1">
            <a:spLocks/>
          </p:cNvSpPr>
          <p:nvPr/>
        </p:nvSpPr>
        <p:spPr>
          <a:xfrm>
            <a:off x="6802930" y="1182950"/>
            <a:ext cx="966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D19-L4</a:t>
            </a:r>
          </a:p>
        </p:txBody>
      </p:sp>
      <p:sp>
        <p:nvSpPr>
          <p:cNvPr id="150" name="CaixaDeTexto 149">
            <a:extLst>
              <a:ext uri="{FF2B5EF4-FFF2-40B4-BE49-F238E27FC236}">
                <a16:creationId xmlns:a16="http://schemas.microsoft.com/office/drawing/2014/main" id="{86542984-93E2-E710-D462-379E54C4751C}"/>
              </a:ext>
            </a:extLst>
          </p:cNvPr>
          <p:cNvSpPr txBox="1">
            <a:spLocks/>
          </p:cNvSpPr>
          <p:nvPr/>
        </p:nvSpPr>
        <p:spPr>
          <a:xfrm>
            <a:off x="4432803" y="68558"/>
            <a:ext cx="966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D11-L2</a:t>
            </a:r>
          </a:p>
        </p:txBody>
      </p:sp>
      <p:sp>
        <p:nvSpPr>
          <p:cNvPr id="151" name="CaixaDeTexto 150">
            <a:extLst>
              <a:ext uri="{FF2B5EF4-FFF2-40B4-BE49-F238E27FC236}">
                <a16:creationId xmlns:a16="http://schemas.microsoft.com/office/drawing/2014/main" id="{4EAFF208-D997-DE4D-4A30-FCFFBD9A941B}"/>
              </a:ext>
            </a:extLst>
          </p:cNvPr>
          <p:cNvSpPr txBox="1">
            <a:spLocks/>
          </p:cNvSpPr>
          <p:nvPr/>
        </p:nvSpPr>
        <p:spPr>
          <a:xfrm>
            <a:off x="3737478" y="59033"/>
            <a:ext cx="966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D12-L2</a:t>
            </a:r>
          </a:p>
        </p:txBody>
      </p:sp>
      <p:sp>
        <p:nvSpPr>
          <p:cNvPr id="152" name="CaixaDeTexto 151">
            <a:extLst>
              <a:ext uri="{FF2B5EF4-FFF2-40B4-BE49-F238E27FC236}">
                <a16:creationId xmlns:a16="http://schemas.microsoft.com/office/drawing/2014/main" id="{1788ED7A-2F73-254E-AB1C-DD4FF5D5B715}"/>
              </a:ext>
            </a:extLst>
          </p:cNvPr>
          <p:cNvSpPr txBox="1">
            <a:spLocks/>
          </p:cNvSpPr>
          <p:nvPr/>
        </p:nvSpPr>
        <p:spPr>
          <a:xfrm>
            <a:off x="1641978" y="59033"/>
            <a:ext cx="966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D13-L2</a:t>
            </a:r>
          </a:p>
        </p:txBody>
      </p:sp>
      <p:sp>
        <p:nvSpPr>
          <p:cNvPr id="153" name="Estrela: 5 Pontas 152">
            <a:extLst>
              <a:ext uri="{FF2B5EF4-FFF2-40B4-BE49-F238E27FC236}">
                <a16:creationId xmlns:a16="http://schemas.microsoft.com/office/drawing/2014/main" id="{949C97CE-9CB5-043E-62D5-E98F93AB652E}"/>
              </a:ext>
            </a:extLst>
          </p:cNvPr>
          <p:cNvSpPr/>
          <p:nvPr/>
        </p:nvSpPr>
        <p:spPr>
          <a:xfrm>
            <a:off x="10777528" y="3120237"/>
            <a:ext cx="255588" cy="242893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4" name="CaixaDeTexto 153">
            <a:extLst>
              <a:ext uri="{FF2B5EF4-FFF2-40B4-BE49-F238E27FC236}">
                <a16:creationId xmlns:a16="http://schemas.microsoft.com/office/drawing/2014/main" id="{A74EC6C9-04A3-D892-26B1-7EEA1C943ABB}"/>
              </a:ext>
            </a:extLst>
          </p:cNvPr>
          <p:cNvSpPr txBox="1">
            <a:spLocks/>
          </p:cNvSpPr>
          <p:nvPr/>
        </p:nvSpPr>
        <p:spPr>
          <a:xfrm>
            <a:off x="11103230" y="3059748"/>
            <a:ext cx="1012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SP16-L2</a:t>
            </a:r>
          </a:p>
        </p:txBody>
      </p:sp>
      <p:sp>
        <p:nvSpPr>
          <p:cNvPr id="155" name="CaixaDeTexto 154">
            <a:extLst>
              <a:ext uri="{FF2B5EF4-FFF2-40B4-BE49-F238E27FC236}">
                <a16:creationId xmlns:a16="http://schemas.microsoft.com/office/drawing/2014/main" id="{0C37A49F-870C-5271-70D2-50286E55C40D}"/>
              </a:ext>
            </a:extLst>
          </p:cNvPr>
          <p:cNvSpPr txBox="1">
            <a:spLocks/>
          </p:cNvSpPr>
          <p:nvPr/>
        </p:nvSpPr>
        <p:spPr>
          <a:xfrm>
            <a:off x="9349302" y="435244"/>
            <a:ext cx="966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D8-L2</a:t>
            </a:r>
          </a:p>
        </p:txBody>
      </p:sp>
      <p:sp>
        <p:nvSpPr>
          <p:cNvPr id="156" name="CaixaDeTexto 155">
            <a:extLst>
              <a:ext uri="{FF2B5EF4-FFF2-40B4-BE49-F238E27FC236}">
                <a16:creationId xmlns:a16="http://schemas.microsoft.com/office/drawing/2014/main" id="{66CB163A-0CD2-1D4C-FF5A-32D5E3A4B5B5}"/>
              </a:ext>
            </a:extLst>
          </p:cNvPr>
          <p:cNvSpPr txBox="1">
            <a:spLocks/>
          </p:cNvSpPr>
          <p:nvPr/>
        </p:nvSpPr>
        <p:spPr>
          <a:xfrm>
            <a:off x="8749227" y="1063894"/>
            <a:ext cx="966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D5-L1</a:t>
            </a:r>
          </a:p>
        </p:txBody>
      </p:sp>
      <p:sp>
        <p:nvSpPr>
          <p:cNvPr id="157" name="CaixaDeTexto 156">
            <a:extLst>
              <a:ext uri="{FF2B5EF4-FFF2-40B4-BE49-F238E27FC236}">
                <a16:creationId xmlns:a16="http://schemas.microsoft.com/office/drawing/2014/main" id="{62A4FD06-7E4D-6634-EEBC-59BBBA93970A}"/>
              </a:ext>
            </a:extLst>
          </p:cNvPr>
          <p:cNvSpPr txBox="1">
            <a:spLocks/>
          </p:cNvSpPr>
          <p:nvPr/>
        </p:nvSpPr>
        <p:spPr>
          <a:xfrm>
            <a:off x="7047405" y="570175"/>
            <a:ext cx="966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D9-L3</a:t>
            </a:r>
          </a:p>
        </p:txBody>
      </p:sp>
      <p:sp>
        <p:nvSpPr>
          <p:cNvPr id="165" name="CaixaDeTexto 164">
            <a:extLst>
              <a:ext uri="{FF2B5EF4-FFF2-40B4-BE49-F238E27FC236}">
                <a16:creationId xmlns:a16="http://schemas.microsoft.com/office/drawing/2014/main" id="{C98CF29D-55ED-02F7-87B1-20779695FAD3}"/>
              </a:ext>
            </a:extLst>
          </p:cNvPr>
          <p:cNvSpPr txBox="1">
            <a:spLocks/>
          </p:cNvSpPr>
          <p:nvPr/>
        </p:nvSpPr>
        <p:spPr>
          <a:xfrm>
            <a:off x="6485439" y="3159433"/>
            <a:ext cx="966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D15-L5</a:t>
            </a:r>
          </a:p>
        </p:txBody>
      </p:sp>
      <p:sp>
        <p:nvSpPr>
          <p:cNvPr id="2" name="Estrela: 5 Pontas 1">
            <a:extLst>
              <a:ext uri="{FF2B5EF4-FFF2-40B4-BE49-F238E27FC236}">
                <a16:creationId xmlns:a16="http://schemas.microsoft.com/office/drawing/2014/main" id="{62D93B5A-5E45-B53F-463A-BDD3E2DF2E53}"/>
              </a:ext>
            </a:extLst>
          </p:cNvPr>
          <p:cNvSpPr/>
          <p:nvPr/>
        </p:nvSpPr>
        <p:spPr>
          <a:xfrm>
            <a:off x="6050274" y="3815558"/>
            <a:ext cx="255588" cy="242893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B9638478-B334-B558-3928-50E22D862FC6}"/>
              </a:ext>
            </a:extLst>
          </p:cNvPr>
          <p:cNvSpPr txBox="1">
            <a:spLocks/>
          </p:cNvSpPr>
          <p:nvPr/>
        </p:nvSpPr>
        <p:spPr>
          <a:xfrm>
            <a:off x="5589450" y="3509971"/>
            <a:ext cx="1072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dirty="0"/>
              <a:t>SP13-L5</a:t>
            </a:r>
          </a:p>
        </p:txBody>
      </p:sp>
      <p:sp>
        <p:nvSpPr>
          <p:cNvPr id="24" name="Seta: para Cima 23">
            <a:extLst>
              <a:ext uri="{FF2B5EF4-FFF2-40B4-BE49-F238E27FC236}">
                <a16:creationId xmlns:a16="http://schemas.microsoft.com/office/drawing/2014/main" id="{EB4E1C55-F1BA-A530-4B43-10D10EED89C1}"/>
              </a:ext>
            </a:extLst>
          </p:cNvPr>
          <p:cNvSpPr/>
          <p:nvPr/>
        </p:nvSpPr>
        <p:spPr>
          <a:xfrm>
            <a:off x="3236652" y="1614203"/>
            <a:ext cx="242838" cy="669123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182E706A-5639-F679-A339-A81236E13170}"/>
              </a:ext>
            </a:extLst>
          </p:cNvPr>
          <p:cNvSpPr txBox="1">
            <a:spLocks/>
          </p:cNvSpPr>
          <p:nvPr/>
        </p:nvSpPr>
        <p:spPr>
          <a:xfrm>
            <a:off x="2887848" y="2293598"/>
            <a:ext cx="966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highlight>
                  <a:srgbClr val="FFFF00"/>
                </a:highlight>
              </a:rPr>
              <a:t>Área 2</a:t>
            </a:r>
          </a:p>
        </p:txBody>
      </p:sp>
      <p:sp>
        <p:nvSpPr>
          <p:cNvPr id="40" name="Seta: para Cima 39">
            <a:extLst>
              <a:ext uri="{FF2B5EF4-FFF2-40B4-BE49-F238E27FC236}">
                <a16:creationId xmlns:a16="http://schemas.microsoft.com/office/drawing/2014/main" id="{2B75B489-20B4-3558-B881-0505FE985822}"/>
              </a:ext>
            </a:extLst>
          </p:cNvPr>
          <p:cNvSpPr/>
          <p:nvPr/>
        </p:nvSpPr>
        <p:spPr>
          <a:xfrm rot="5400000">
            <a:off x="3828509" y="3100294"/>
            <a:ext cx="242838" cy="669123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79C11780-BBF6-1946-A9A5-CAF39E05CF52}"/>
              </a:ext>
            </a:extLst>
          </p:cNvPr>
          <p:cNvSpPr txBox="1">
            <a:spLocks/>
          </p:cNvSpPr>
          <p:nvPr/>
        </p:nvSpPr>
        <p:spPr>
          <a:xfrm>
            <a:off x="2666868" y="3246098"/>
            <a:ext cx="966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highlight>
                  <a:srgbClr val="FFFF00"/>
                </a:highlight>
              </a:rPr>
              <a:t>Área 1</a:t>
            </a:r>
          </a:p>
        </p:txBody>
      </p:sp>
      <p:sp>
        <p:nvSpPr>
          <p:cNvPr id="57" name="Seta: para Cima 56">
            <a:extLst>
              <a:ext uri="{FF2B5EF4-FFF2-40B4-BE49-F238E27FC236}">
                <a16:creationId xmlns:a16="http://schemas.microsoft.com/office/drawing/2014/main" id="{2D56C479-EFBE-A272-969B-C398A7CFE685}"/>
              </a:ext>
            </a:extLst>
          </p:cNvPr>
          <p:cNvSpPr/>
          <p:nvPr/>
        </p:nvSpPr>
        <p:spPr>
          <a:xfrm>
            <a:off x="9043092" y="1560863"/>
            <a:ext cx="242838" cy="669123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7" name="CaixaDeTexto 76">
            <a:extLst>
              <a:ext uri="{FF2B5EF4-FFF2-40B4-BE49-F238E27FC236}">
                <a16:creationId xmlns:a16="http://schemas.microsoft.com/office/drawing/2014/main" id="{490F6764-7B24-6E2C-B06D-D7E8EE78B944}"/>
              </a:ext>
            </a:extLst>
          </p:cNvPr>
          <p:cNvSpPr txBox="1">
            <a:spLocks/>
          </p:cNvSpPr>
          <p:nvPr/>
        </p:nvSpPr>
        <p:spPr>
          <a:xfrm>
            <a:off x="8694288" y="2240258"/>
            <a:ext cx="966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highlight>
                  <a:srgbClr val="FFFF00"/>
                </a:highlight>
              </a:rPr>
              <a:t>Área 3</a:t>
            </a:r>
          </a:p>
        </p:txBody>
      </p:sp>
      <p:sp>
        <p:nvSpPr>
          <p:cNvPr id="86" name="CaixaDeTexto 85">
            <a:extLst>
              <a:ext uri="{FF2B5EF4-FFF2-40B4-BE49-F238E27FC236}">
                <a16:creationId xmlns:a16="http://schemas.microsoft.com/office/drawing/2014/main" id="{3A0E0E2C-7C02-7012-AA89-59721C31C602}"/>
              </a:ext>
            </a:extLst>
          </p:cNvPr>
          <p:cNvSpPr txBox="1">
            <a:spLocks/>
          </p:cNvSpPr>
          <p:nvPr/>
        </p:nvSpPr>
        <p:spPr>
          <a:xfrm>
            <a:off x="3939408" y="2228828"/>
            <a:ext cx="966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D20-L9</a:t>
            </a:r>
          </a:p>
        </p:txBody>
      </p:sp>
      <p:cxnSp>
        <p:nvCxnSpPr>
          <p:cNvPr id="96" name="Conector de Seta Reta 95">
            <a:extLst>
              <a:ext uri="{FF2B5EF4-FFF2-40B4-BE49-F238E27FC236}">
                <a16:creationId xmlns:a16="http://schemas.microsoft.com/office/drawing/2014/main" id="{203B8FEB-3075-FEF0-B66E-29675D1776C4}"/>
              </a:ext>
            </a:extLst>
          </p:cNvPr>
          <p:cNvCxnSpPr>
            <a:cxnSpLocks/>
          </p:cNvCxnSpPr>
          <p:nvPr/>
        </p:nvCxnSpPr>
        <p:spPr>
          <a:xfrm>
            <a:off x="4724400" y="2424430"/>
            <a:ext cx="2384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Conector reto 160">
            <a:extLst>
              <a:ext uri="{FF2B5EF4-FFF2-40B4-BE49-F238E27FC236}">
                <a16:creationId xmlns:a16="http://schemas.microsoft.com/office/drawing/2014/main" id="{C76415CC-7342-B17A-B399-72B3672B5BE8}"/>
              </a:ext>
            </a:extLst>
          </p:cNvPr>
          <p:cNvCxnSpPr>
            <a:cxnSpLocks/>
          </p:cNvCxnSpPr>
          <p:nvPr/>
        </p:nvCxnSpPr>
        <p:spPr>
          <a:xfrm flipH="1" flipV="1">
            <a:off x="6777114" y="1809021"/>
            <a:ext cx="319842" cy="1054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Conector reto 162">
            <a:extLst>
              <a:ext uri="{FF2B5EF4-FFF2-40B4-BE49-F238E27FC236}">
                <a16:creationId xmlns:a16="http://schemas.microsoft.com/office/drawing/2014/main" id="{BC5ADB7B-9C60-ED43-EDBE-7996FB09D590}"/>
              </a:ext>
            </a:extLst>
          </p:cNvPr>
          <p:cNvCxnSpPr>
            <a:cxnSpLocks/>
          </p:cNvCxnSpPr>
          <p:nvPr/>
        </p:nvCxnSpPr>
        <p:spPr>
          <a:xfrm flipH="1">
            <a:off x="6806021" y="1523438"/>
            <a:ext cx="356779" cy="13477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B7957F2E-2A28-C9F7-D749-4C5A9A76EC5A}"/>
              </a:ext>
            </a:extLst>
          </p:cNvPr>
          <p:cNvSpPr txBox="1">
            <a:spLocks/>
          </p:cNvSpPr>
          <p:nvPr/>
        </p:nvSpPr>
        <p:spPr>
          <a:xfrm>
            <a:off x="7481767" y="4781873"/>
            <a:ext cx="962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L1</a:t>
            </a:r>
          </a:p>
        </p:txBody>
      </p:sp>
      <p:sp>
        <p:nvSpPr>
          <p:cNvPr id="125" name="CaixaDeTexto 124">
            <a:extLst>
              <a:ext uri="{FF2B5EF4-FFF2-40B4-BE49-F238E27FC236}">
                <a16:creationId xmlns:a16="http://schemas.microsoft.com/office/drawing/2014/main" id="{42CBC581-D5F9-F007-EDAF-FF7020C6B86C}"/>
              </a:ext>
            </a:extLst>
          </p:cNvPr>
          <p:cNvSpPr txBox="1">
            <a:spLocks/>
          </p:cNvSpPr>
          <p:nvPr/>
        </p:nvSpPr>
        <p:spPr>
          <a:xfrm>
            <a:off x="2711647" y="5715323"/>
            <a:ext cx="962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L1</a:t>
            </a:r>
          </a:p>
        </p:txBody>
      </p:sp>
      <p:sp>
        <p:nvSpPr>
          <p:cNvPr id="127" name="CaixaDeTexto 126">
            <a:extLst>
              <a:ext uri="{FF2B5EF4-FFF2-40B4-BE49-F238E27FC236}">
                <a16:creationId xmlns:a16="http://schemas.microsoft.com/office/drawing/2014/main" id="{E8DE041E-2A2F-25EA-9011-11FBC1389DDD}"/>
              </a:ext>
            </a:extLst>
          </p:cNvPr>
          <p:cNvSpPr txBox="1">
            <a:spLocks/>
          </p:cNvSpPr>
          <p:nvPr/>
        </p:nvSpPr>
        <p:spPr>
          <a:xfrm>
            <a:off x="9723317" y="4343723"/>
            <a:ext cx="962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L1</a:t>
            </a:r>
          </a:p>
        </p:txBody>
      </p:sp>
      <p:sp>
        <p:nvSpPr>
          <p:cNvPr id="136" name="CaixaDeTexto 135">
            <a:extLst>
              <a:ext uri="{FF2B5EF4-FFF2-40B4-BE49-F238E27FC236}">
                <a16:creationId xmlns:a16="http://schemas.microsoft.com/office/drawing/2014/main" id="{697DE685-EF6C-588D-C050-EAF3CF574BAC}"/>
              </a:ext>
            </a:extLst>
          </p:cNvPr>
          <p:cNvSpPr txBox="1">
            <a:spLocks/>
          </p:cNvSpPr>
          <p:nvPr/>
        </p:nvSpPr>
        <p:spPr>
          <a:xfrm>
            <a:off x="8403787" y="5683573"/>
            <a:ext cx="962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L1</a:t>
            </a:r>
          </a:p>
        </p:txBody>
      </p:sp>
      <p:sp>
        <p:nvSpPr>
          <p:cNvPr id="138" name="CaixaDeTexto 137">
            <a:extLst>
              <a:ext uri="{FF2B5EF4-FFF2-40B4-BE49-F238E27FC236}">
                <a16:creationId xmlns:a16="http://schemas.microsoft.com/office/drawing/2014/main" id="{D72A1590-5F05-A37D-19F8-A2D117576819}"/>
              </a:ext>
            </a:extLst>
          </p:cNvPr>
          <p:cNvSpPr txBox="1">
            <a:spLocks/>
          </p:cNvSpPr>
          <p:nvPr/>
        </p:nvSpPr>
        <p:spPr>
          <a:xfrm>
            <a:off x="8410137" y="6077273"/>
            <a:ext cx="962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L2</a:t>
            </a:r>
          </a:p>
        </p:txBody>
      </p:sp>
      <p:sp>
        <p:nvSpPr>
          <p:cNvPr id="139" name="CaixaDeTexto 138">
            <a:extLst>
              <a:ext uri="{FF2B5EF4-FFF2-40B4-BE49-F238E27FC236}">
                <a16:creationId xmlns:a16="http://schemas.microsoft.com/office/drawing/2014/main" id="{84F6B173-5C92-8ACF-7FED-2F35A95B6EFE}"/>
              </a:ext>
            </a:extLst>
          </p:cNvPr>
          <p:cNvSpPr txBox="1">
            <a:spLocks/>
          </p:cNvSpPr>
          <p:nvPr/>
        </p:nvSpPr>
        <p:spPr>
          <a:xfrm>
            <a:off x="2724347" y="6077273"/>
            <a:ext cx="962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L2</a:t>
            </a:r>
          </a:p>
        </p:txBody>
      </p:sp>
      <p:sp>
        <p:nvSpPr>
          <p:cNvPr id="140" name="CaixaDeTexto 139">
            <a:extLst>
              <a:ext uri="{FF2B5EF4-FFF2-40B4-BE49-F238E27FC236}">
                <a16:creationId xmlns:a16="http://schemas.microsoft.com/office/drawing/2014/main" id="{0D10AF41-BB10-F351-6A73-C4E684FD044B}"/>
              </a:ext>
            </a:extLst>
          </p:cNvPr>
          <p:cNvSpPr txBox="1">
            <a:spLocks/>
          </p:cNvSpPr>
          <p:nvPr/>
        </p:nvSpPr>
        <p:spPr>
          <a:xfrm>
            <a:off x="10650417" y="4350073"/>
            <a:ext cx="962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L2</a:t>
            </a:r>
          </a:p>
        </p:txBody>
      </p:sp>
      <p:sp>
        <p:nvSpPr>
          <p:cNvPr id="146" name="CaixaDeTexto 145">
            <a:extLst>
              <a:ext uri="{FF2B5EF4-FFF2-40B4-BE49-F238E27FC236}">
                <a16:creationId xmlns:a16="http://schemas.microsoft.com/office/drawing/2014/main" id="{2D80BCD4-CAB3-A03F-7696-DA3D903D383B}"/>
              </a:ext>
            </a:extLst>
          </p:cNvPr>
          <p:cNvSpPr txBox="1">
            <a:spLocks/>
          </p:cNvSpPr>
          <p:nvPr/>
        </p:nvSpPr>
        <p:spPr>
          <a:xfrm>
            <a:off x="566617" y="4165923"/>
            <a:ext cx="962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L2</a:t>
            </a:r>
          </a:p>
        </p:txBody>
      </p:sp>
      <p:sp>
        <p:nvSpPr>
          <p:cNvPr id="147" name="CaixaDeTexto 146">
            <a:extLst>
              <a:ext uri="{FF2B5EF4-FFF2-40B4-BE49-F238E27FC236}">
                <a16:creationId xmlns:a16="http://schemas.microsoft.com/office/drawing/2014/main" id="{4F4D7334-3141-20FC-FE0D-23F2EC21C622}"/>
              </a:ext>
            </a:extLst>
          </p:cNvPr>
          <p:cNvSpPr txBox="1">
            <a:spLocks/>
          </p:cNvSpPr>
          <p:nvPr/>
        </p:nvSpPr>
        <p:spPr>
          <a:xfrm>
            <a:off x="1423867" y="4172273"/>
            <a:ext cx="962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L1</a:t>
            </a:r>
          </a:p>
        </p:txBody>
      </p:sp>
      <p:sp>
        <p:nvSpPr>
          <p:cNvPr id="148" name="CaixaDeTexto 147">
            <a:extLst>
              <a:ext uri="{FF2B5EF4-FFF2-40B4-BE49-F238E27FC236}">
                <a16:creationId xmlns:a16="http://schemas.microsoft.com/office/drawing/2014/main" id="{5279EC8C-7F9B-2F8A-568C-135B2A9DE1C8}"/>
              </a:ext>
            </a:extLst>
          </p:cNvPr>
          <p:cNvSpPr txBox="1">
            <a:spLocks/>
          </p:cNvSpPr>
          <p:nvPr/>
        </p:nvSpPr>
        <p:spPr>
          <a:xfrm>
            <a:off x="947607" y="428957"/>
            <a:ext cx="962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L2</a:t>
            </a:r>
          </a:p>
        </p:txBody>
      </p:sp>
      <p:sp>
        <p:nvSpPr>
          <p:cNvPr id="149" name="CaixaDeTexto 148">
            <a:extLst>
              <a:ext uri="{FF2B5EF4-FFF2-40B4-BE49-F238E27FC236}">
                <a16:creationId xmlns:a16="http://schemas.microsoft.com/office/drawing/2014/main" id="{AF7695E3-7979-9D65-0B9D-C545CEA25133}"/>
              </a:ext>
            </a:extLst>
          </p:cNvPr>
          <p:cNvSpPr txBox="1">
            <a:spLocks/>
          </p:cNvSpPr>
          <p:nvPr/>
        </p:nvSpPr>
        <p:spPr>
          <a:xfrm>
            <a:off x="6205417" y="140023"/>
            <a:ext cx="962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L2</a:t>
            </a:r>
          </a:p>
        </p:txBody>
      </p:sp>
      <p:sp>
        <p:nvSpPr>
          <p:cNvPr id="159" name="CaixaDeTexto 158">
            <a:extLst>
              <a:ext uri="{FF2B5EF4-FFF2-40B4-BE49-F238E27FC236}">
                <a16:creationId xmlns:a16="http://schemas.microsoft.com/office/drawing/2014/main" id="{EC9DF624-BD7E-711F-BC6F-C74FE51090F6}"/>
              </a:ext>
            </a:extLst>
          </p:cNvPr>
          <p:cNvSpPr txBox="1">
            <a:spLocks/>
          </p:cNvSpPr>
          <p:nvPr/>
        </p:nvSpPr>
        <p:spPr>
          <a:xfrm>
            <a:off x="4948117" y="571823"/>
            <a:ext cx="962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L3</a:t>
            </a:r>
          </a:p>
        </p:txBody>
      </p:sp>
      <p:sp>
        <p:nvSpPr>
          <p:cNvPr id="162" name="CaixaDeTexto 161">
            <a:extLst>
              <a:ext uri="{FF2B5EF4-FFF2-40B4-BE49-F238E27FC236}">
                <a16:creationId xmlns:a16="http://schemas.microsoft.com/office/drawing/2014/main" id="{FFE39642-9B87-B861-BA0C-7969321FC88A}"/>
              </a:ext>
            </a:extLst>
          </p:cNvPr>
          <p:cNvSpPr txBox="1">
            <a:spLocks/>
          </p:cNvSpPr>
          <p:nvPr/>
        </p:nvSpPr>
        <p:spPr>
          <a:xfrm>
            <a:off x="5100517" y="1905323"/>
            <a:ext cx="962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L8</a:t>
            </a:r>
          </a:p>
        </p:txBody>
      </p:sp>
      <p:sp>
        <p:nvSpPr>
          <p:cNvPr id="164" name="CaixaDeTexto 163">
            <a:extLst>
              <a:ext uri="{FF2B5EF4-FFF2-40B4-BE49-F238E27FC236}">
                <a16:creationId xmlns:a16="http://schemas.microsoft.com/office/drawing/2014/main" id="{1A7BD280-1020-1CDC-4AAB-D56C487B7A83}"/>
              </a:ext>
            </a:extLst>
          </p:cNvPr>
          <p:cNvSpPr txBox="1">
            <a:spLocks/>
          </p:cNvSpPr>
          <p:nvPr/>
        </p:nvSpPr>
        <p:spPr>
          <a:xfrm>
            <a:off x="4522667" y="2559373"/>
            <a:ext cx="962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L9</a:t>
            </a:r>
          </a:p>
        </p:txBody>
      </p:sp>
      <p:sp>
        <p:nvSpPr>
          <p:cNvPr id="166" name="CaixaDeTexto 165">
            <a:extLst>
              <a:ext uri="{FF2B5EF4-FFF2-40B4-BE49-F238E27FC236}">
                <a16:creationId xmlns:a16="http://schemas.microsoft.com/office/drawing/2014/main" id="{B28F3418-B86C-2C05-75F4-AFDAA0FFD5F0}"/>
              </a:ext>
            </a:extLst>
          </p:cNvPr>
          <p:cNvSpPr txBox="1">
            <a:spLocks/>
          </p:cNvSpPr>
          <p:nvPr/>
        </p:nvSpPr>
        <p:spPr>
          <a:xfrm>
            <a:off x="4935417" y="3543623"/>
            <a:ext cx="962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L5</a:t>
            </a:r>
          </a:p>
        </p:txBody>
      </p:sp>
      <p:sp>
        <p:nvSpPr>
          <p:cNvPr id="167" name="CaixaDeTexto 166">
            <a:extLst>
              <a:ext uri="{FF2B5EF4-FFF2-40B4-BE49-F238E27FC236}">
                <a16:creationId xmlns:a16="http://schemas.microsoft.com/office/drawing/2014/main" id="{032833C9-DCA8-AB92-FC1E-14A0A0BC30F6}"/>
              </a:ext>
            </a:extLst>
          </p:cNvPr>
          <p:cNvSpPr txBox="1">
            <a:spLocks/>
          </p:cNvSpPr>
          <p:nvPr/>
        </p:nvSpPr>
        <p:spPr>
          <a:xfrm>
            <a:off x="6459417" y="3892873"/>
            <a:ext cx="962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L7</a:t>
            </a:r>
          </a:p>
        </p:txBody>
      </p:sp>
      <p:sp>
        <p:nvSpPr>
          <p:cNvPr id="168" name="CaixaDeTexto 167">
            <a:extLst>
              <a:ext uri="{FF2B5EF4-FFF2-40B4-BE49-F238E27FC236}">
                <a16:creationId xmlns:a16="http://schemas.microsoft.com/office/drawing/2014/main" id="{0165D98C-8C3E-0A0E-8646-5D06F6CB6895}"/>
              </a:ext>
            </a:extLst>
          </p:cNvPr>
          <p:cNvSpPr txBox="1">
            <a:spLocks/>
          </p:cNvSpPr>
          <p:nvPr/>
        </p:nvSpPr>
        <p:spPr>
          <a:xfrm>
            <a:off x="7119817" y="2616523"/>
            <a:ext cx="962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L6</a:t>
            </a:r>
          </a:p>
        </p:txBody>
      </p:sp>
      <p:sp>
        <p:nvSpPr>
          <p:cNvPr id="169" name="CaixaDeTexto 168">
            <a:extLst>
              <a:ext uri="{FF2B5EF4-FFF2-40B4-BE49-F238E27FC236}">
                <a16:creationId xmlns:a16="http://schemas.microsoft.com/office/drawing/2014/main" id="{537B0101-99FF-92C5-AAB8-E57D7E0F1C33}"/>
              </a:ext>
            </a:extLst>
          </p:cNvPr>
          <p:cNvSpPr txBox="1">
            <a:spLocks/>
          </p:cNvSpPr>
          <p:nvPr/>
        </p:nvSpPr>
        <p:spPr>
          <a:xfrm>
            <a:off x="6713417" y="2241873"/>
            <a:ext cx="962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L4</a:t>
            </a:r>
          </a:p>
        </p:txBody>
      </p:sp>
      <p:sp>
        <p:nvSpPr>
          <p:cNvPr id="170" name="CaixaDeTexto 169">
            <a:extLst>
              <a:ext uri="{FF2B5EF4-FFF2-40B4-BE49-F238E27FC236}">
                <a16:creationId xmlns:a16="http://schemas.microsoft.com/office/drawing/2014/main" id="{4961BE9A-A189-5D16-A3A6-85DAF45F7E80}"/>
              </a:ext>
            </a:extLst>
          </p:cNvPr>
          <p:cNvSpPr txBox="1">
            <a:spLocks/>
          </p:cNvSpPr>
          <p:nvPr/>
        </p:nvSpPr>
        <p:spPr>
          <a:xfrm>
            <a:off x="4071817" y="4791398"/>
            <a:ext cx="962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L1</a:t>
            </a:r>
          </a:p>
        </p:txBody>
      </p:sp>
      <p:sp>
        <p:nvSpPr>
          <p:cNvPr id="200" name="Colchete Direito 199">
            <a:extLst>
              <a:ext uri="{FF2B5EF4-FFF2-40B4-BE49-F238E27FC236}">
                <a16:creationId xmlns:a16="http://schemas.microsoft.com/office/drawing/2014/main" id="{D89A7452-3100-482D-F007-E65F59DAF9AA}"/>
              </a:ext>
            </a:extLst>
          </p:cNvPr>
          <p:cNvSpPr/>
          <p:nvPr/>
        </p:nvSpPr>
        <p:spPr>
          <a:xfrm>
            <a:off x="10649929" y="457200"/>
            <a:ext cx="45719" cy="82550"/>
          </a:xfrm>
          <a:prstGeom prst="rightBracket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1" name="Colchete Direito 200">
            <a:extLst>
              <a:ext uri="{FF2B5EF4-FFF2-40B4-BE49-F238E27FC236}">
                <a16:creationId xmlns:a16="http://schemas.microsoft.com/office/drawing/2014/main" id="{6DD0BF7A-36D0-C223-1CCE-D2820E46B525}"/>
              </a:ext>
            </a:extLst>
          </p:cNvPr>
          <p:cNvSpPr/>
          <p:nvPr/>
        </p:nvSpPr>
        <p:spPr>
          <a:xfrm>
            <a:off x="4080854" y="1403350"/>
            <a:ext cx="45719" cy="82550"/>
          </a:xfrm>
          <a:prstGeom prst="rightBracket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2" name="Colchete Direito 201">
            <a:extLst>
              <a:ext uri="{FF2B5EF4-FFF2-40B4-BE49-F238E27FC236}">
                <a16:creationId xmlns:a16="http://schemas.microsoft.com/office/drawing/2014/main" id="{CF56EC7F-B48B-CC12-7DCC-7947086C0FB5}"/>
              </a:ext>
            </a:extLst>
          </p:cNvPr>
          <p:cNvSpPr/>
          <p:nvPr/>
        </p:nvSpPr>
        <p:spPr>
          <a:xfrm rot="5400000">
            <a:off x="10742004" y="4908550"/>
            <a:ext cx="45719" cy="82550"/>
          </a:xfrm>
          <a:prstGeom prst="rightBracket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3" name="Colchete Direito 202">
            <a:extLst>
              <a:ext uri="{FF2B5EF4-FFF2-40B4-BE49-F238E27FC236}">
                <a16:creationId xmlns:a16="http://schemas.microsoft.com/office/drawing/2014/main" id="{B5E8EBC3-8E66-0351-F8EE-A9037055DFEA}"/>
              </a:ext>
            </a:extLst>
          </p:cNvPr>
          <p:cNvSpPr/>
          <p:nvPr/>
        </p:nvSpPr>
        <p:spPr>
          <a:xfrm rot="11537778">
            <a:off x="5792179" y="1625600"/>
            <a:ext cx="45719" cy="82550"/>
          </a:xfrm>
          <a:prstGeom prst="rightBracket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4" name="Colchete Direito 203">
            <a:extLst>
              <a:ext uri="{FF2B5EF4-FFF2-40B4-BE49-F238E27FC236}">
                <a16:creationId xmlns:a16="http://schemas.microsoft.com/office/drawing/2014/main" id="{4B4E367E-E8C2-5CAC-178A-81AEE128AAE2}"/>
              </a:ext>
            </a:extLst>
          </p:cNvPr>
          <p:cNvSpPr/>
          <p:nvPr/>
        </p:nvSpPr>
        <p:spPr>
          <a:xfrm rot="13779180">
            <a:off x="6087454" y="1174750"/>
            <a:ext cx="45719" cy="82550"/>
          </a:xfrm>
          <a:prstGeom prst="rightBracket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5" name="Colchete Direito 204">
            <a:extLst>
              <a:ext uri="{FF2B5EF4-FFF2-40B4-BE49-F238E27FC236}">
                <a16:creationId xmlns:a16="http://schemas.microsoft.com/office/drawing/2014/main" id="{F23809BF-0B29-DE50-4CC1-DD6A03BD18F0}"/>
              </a:ext>
            </a:extLst>
          </p:cNvPr>
          <p:cNvSpPr/>
          <p:nvPr/>
        </p:nvSpPr>
        <p:spPr>
          <a:xfrm rot="8223880">
            <a:off x="5925529" y="2238375"/>
            <a:ext cx="45719" cy="82550"/>
          </a:xfrm>
          <a:prstGeom prst="rightBracket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6" name="Colchete Direito 205">
            <a:extLst>
              <a:ext uri="{FF2B5EF4-FFF2-40B4-BE49-F238E27FC236}">
                <a16:creationId xmlns:a16="http://schemas.microsoft.com/office/drawing/2014/main" id="{8B4AAA24-B596-3599-EC67-5715962BCE1B}"/>
              </a:ext>
            </a:extLst>
          </p:cNvPr>
          <p:cNvSpPr/>
          <p:nvPr/>
        </p:nvSpPr>
        <p:spPr>
          <a:xfrm rot="16200000">
            <a:off x="6538304" y="1209675"/>
            <a:ext cx="45719" cy="82550"/>
          </a:xfrm>
          <a:prstGeom prst="rightBracket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7" name="Colchete Direito 206">
            <a:extLst>
              <a:ext uri="{FF2B5EF4-FFF2-40B4-BE49-F238E27FC236}">
                <a16:creationId xmlns:a16="http://schemas.microsoft.com/office/drawing/2014/main" id="{F2E210A5-90B9-053C-4E24-3F3AA1A30753}"/>
              </a:ext>
            </a:extLst>
          </p:cNvPr>
          <p:cNvSpPr/>
          <p:nvPr/>
        </p:nvSpPr>
        <p:spPr>
          <a:xfrm rot="1243094">
            <a:off x="7074879" y="1866900"/>
            <a:ext cx="45719" cy="82550"/>
          </a:xfrm>
          <a:prstGeom prst="rightBracket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8" name="Colchete Direito 207">
            <a:extLst>
              <a:ext uri="{FF2B5EF4-FFF2-40B4-BE49-F238E27FC236}">
                <a16:creationId xmlns:a16="http://schemas.microsoft.com/office/drawing/2014/main" id="{6221ED85-636D-1F39-8D94-942ABBDD5CE7}"/>
              </a:ext>
            </a:extLst>
          </p:cNvPr>
          <p:cNvSpPr/>
          <p:nvPr/>
        </p:nvSpPr>
        <p:spPr>
          <a:xfrm rot="20389937">
            <a:off x="7138379" y="1479550"/>
            <a:ext cx="45719" cy="82550"/>
          </a:xfrm>
          <a:prstGeom prst="rightBracket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58" name="Conector reto 157">
            <a:extLst>
              <a:ext uri="{FF2B5EF4-FFF2-40B4-BE49-F238E27FC236}">
                <a16:creationId xmlns:a16="http://schemas.microsoft.com/office/drawing/2014/main" id="{A30D860B-5229-4669-F08D-3575BC0AF322}"/>
              </a:ext>
            </a:extLst>
          </p:cNvPr>
          <p:cNvCxnSpPr>
            <a:cxnSpLocks/>
          </p:cNvCxnSpPr>
          <p:nvPr/>
        </p:nvCxnSpPr>
        <p:spPr>
          <a:xfrm>
            <a:off x="6559596" y="1980628"/>
            <a:ext cx="0" cy="46766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Colchete Direito 171">
            <a:extLst>
              <a:ext uri="{FF2B5EF4-FFF2-40B4-BE49-F238E27FC236}">
                <a16:creationId xmlns:a16="http://schemas.microsoft.com/office/drawing/2014/main" id="{DDE1A791-EAE5-3B07-988C-667172436192}"/>
              </a:ext>
            </a:extLst>
          </p:cNvPr>
          <p:cNvSpPr/>
          <p:nvPr/>
        </p:nvSpPr>
        <p:spPr>
          <a:xfrm rot="5400000">
            <a:off x="6535141" y="2409827"/>
            <a:ext cx="45719" cy="82550"/>
          </a:xfrm>
          <a:prstGeom prst="rightBracket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1" name="CaixaDeTexto 170">
            <a:extLst>
              <a:ext uri="{FF2B5EF4-FFF2-40B4-BE49-F238E27FC236}">
                <a16:creationId xmlns:a16="http://schemas.microsoft.com/office/drawing/2014/main" id="{DA2055A4-C74B-00E2-6C18-06F1190E5FB6}"/>
              </a:ext>
            </a:extLst>
          </p:cNvPr>
          <p:cNvSpPr txBox="1">
            <a:spLocks/>
          </p:cNvSpPr>
          <p:nvPr/>
        </p:nvSpPr>
        <p:spPr>
          <a:xfrm>
            <a:off x="8602875" y="2822893"/>
            <a:ext cx="1748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dirty="0"/>
              <a:t>Inoperante</a:t>
            </a:r>
          </a:p>
        </p:txBody>
      </p:sp>
      <p:sp>
        <p:nvSpPr>
          <p:cNvPr id="173" name="Retângulo: Cantos Arredondados 172">
            <a:extLst>
              <a:ext uri="{FF2B5EF4-FFF2-40B4-BE49-F238E27FC236}">
                <a16:creationId xmlns:a16="http://schemas.microsoft.com/office/drawing/2014/main" id="{F1D4EC31-2ECE-3648-10CB-9760890A2A08}"/>
              </a:ext>
            </a:extLst>
          </p:cNvPr>
          <p:cNvSpPr/>
          <p:nvPr/>
        </p:nvSpPr>
        <p:spPr>
          <a:xfrm>
            <a:off x="10277888" y="1614748"/>
            <a:ext cx="703390" cy="109035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4" name="CaixaDeTexto 173">
            <a:extLst>
              <a:ext uri="{FF2B5EF4-FFF2-40B4-BE49-F238E27FC236}">
                <a16:creationId xmlns:a16="http://schemas.microsoft.com/office/drawing/2014/main" id="{244AC4CA-376C-493C-EFD8-61CDAF88FD68}"/>
              </a:ext>
            </a:extLst>
          </p:cNvPr>
          <p:cNvSpPr txBox="1">
            <a:spLocks/>
          </p:cNvSpPr>
          <p:nvPr/>
        </p:nvSpPr>
        <p:spPr>
          <a:xfrm>
            <a:off x="10973966" y="1971993"/>
            <a:ext cx="1129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Pontes</a:t>
            </a:r>
          </a:p>
        </p:txBody>
      </p:sp>
      <p:sp>
        <p:nvSpPr>
          <p:cNvPr id="181" name="Retângulo: Cantos Arredondados 180">
            <a:extLst>
              <a:ext uri="{FF2B5EF4-FFF2-40B4-BE49-F238E27FC236}">
                <a16:creationId xmlns:a16="http://schemas.microsoft.com/office/drawing/2014/main" id="{3BF58F3C-24F2-D132-FE5C-3546D7C0495A}"/>
              </a:ext>
            </a:extLst>
          </p:cNvPr>
          <p:cNvSpPr/>
          <p:nvPr/>
        </p:nvSpPr>
        <p:spPr>
          <a:xfrm>
            <a:off x="4448587" y="5940985"/>
            <a:ext cx="1409441" cy="60201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2" name="CaixaDeTexto 181">
            <a:extLst>
              <a:ext uri="{FF2B5EF4-FFF2-40B4-BE49-F238E27FC236}">
                <a16:creationId xmlns:a16="http://schemas.microsoft.com/office/drawing/2014/main" id="{CB9CC1F6-B710-909B-8D9A-0D3194CFD9B9}"/>
              </a:ext>
            </a:extLst>
          </p:cNvPr>
          <p:cNvSpPr txBox="1">
            <a:spLocks/>
          </p:cNvSpPr>
          <p:nvPr/>
        </p:nvSpPr>
        <p:spPr>
          <a:xfrm>
            <a:off x="4490997" y="6067743"/>
            <a:ext cx="1336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Viadutos</a:t>
            </a:r>
          </a:p>
        </p:txBody>
      </p:sp>
      <p:sp>
        <p:nvSpPr>
          <p:cNvPr id="184" name="Retângulo: Cantos Arredondados 183">
            <a:extLst>
              <a:ext uri="{FF2B5EF4-FFF2-40B4-BE49-F238E27FC236}">
                <a16:creationId xmlns:a16="http://schemas.microsoft.com/office/drawing/2014/main" id="{94E5DD28-7013-127C-E95C-226218E018D2}"/>
              </a:ext>
            </a:extLst>
          </p:cNvPr>
          <p:cNvSpPr/>
          <p:nvPr/>
        </p:nvSpPr>
        <p:spPr>
          <a:xfrm>
            <a:off x="1016308" y="397780"/>
            <a:ext cx="891862" cy="17402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6" name="CaixaDeTexto 185">
            <a:extLst>
              <a:ext uri="{FF2B5EF4-FFF2-40B4-BE49-F238E27FC236}">
                <a16:creationId xmlns:a16="http://schemas.microsoft.com/office/drawing/2014/main" id="{544B0245-228A-8C47-C512-C0855E8B90CA}"/>
              </a:ext>
            </a:extLst>
          </p:cNvPr>
          <p:cNvSpPr txBox="1">
            <a:spLocks/>
          </p:cNvSpPr>
          <p:nvPr/>
        </p:nvSpPr>
        <p:spPr>
          <a:xfrm>
            <a:off x="178814" y="1115378"/>
            <a:ext cx="843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dirty="0"/>
              <a:t>Túneis</a:t>
            </a:r>
          </a:p>
        </p:txBody>
      </p:sp>
      <p:sp>
        <p:nvSpPr>
          <p:cNvPr id="175" name="Botão de ação: Som 174">
            <a:hlinkClick r:id="" action="ppaction://noaction" highlightClick="1">
              <a:snd r:embed="rId2" name="applause.wav"/>
            </a:hlinkClick>
            <a:extLst>
              <a:ext uri="{FF2B5EF4-FFF2-40B4-BE49-F238E27FC236}">
                <a16:creationId xmlns:a16="http://schemas.microsoft.com/office/drawing/2014/main" id="{A07A6819-760E-BC04-1332-FD83C0CEB571}"/>
              </a:ext>
            </a:extLst>
          </p:cNvPr>
          <p:cNvSpPr/>
          <p:nvPr/>
        </p:nvSpPr>
        <p:spPr>
          <a:xfrm>
            <a:off x="8575357" y="166687"/>
            <a:ext cx="533400" cy="202906"/>
          </a:xfrm>
          <a:prstGeom prst="actionButtonSou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6" name="CaixaDeTexto 175">
            <a:extLst>
              <a:ext uri="{FF2B5EF4-FFF2-40B4-BE49-F238E27FC236}">
                <a16:creationId xmlns:a16="http://schemas.microsoft.com/office/drawing/2014/main" id="{75E8AF1A-7E8B-6D92-D2F4-31C2318EF917}"/>
              </a:ext>
            </a:extLst>
          </p:cNvPr>
          <p:cNvSpPr txBox="1">
            <a:spLocks/>
          </p:cNvSpPr>
          <p:nvPr/>
        </p:nvSpPr>
        <p:spPr>
          <a:xfrm>
            <a:off x="9124830" y="81906"/>
            <a:ext cx="603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AF5</a:t>
            </a:r>
          </a:p>
        </p:txBody>
      </p:sp>
      <p:sp>
        <p:nvSpPr>
          <p:cNvPr id="177" name="Botão de ação: Som 176">
            <a:hlinkClick r:id="" action="ppaction://noaction" highlightClick="1">
              <a:snd r:embed="rId2" name="applause.wav"/>
            </a:hlinkClick>
            <a:extLst>
              <a:ext uri="{FF2B5EF4-FFF2-40B4-BE49-F238E27FC236}">
                <a16:creationId xmlns:a16="http://schemas.microsoft.com/office/drawing/2014/main" id="{9167F82B-AE7C-969E-469F-60D7E68CF87C}"/>
              </a:ext>
            </a:extLst>
          </p:cNvPr>
          <p:cNvSpPr/>
          <p:nvPr/>
        </p:nvSpPr>
        <p:spPr>
          <a:xfrm>
            <a:off x="2657453" y="119064"/>
            <a:ext cx="533400" cy="202906"/>
          </a:xfrm>
          <a:prstGeom prst="actionButtonSou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8" name="CaixaDeTexto 177">
            <a:extLst>
              <a:ext uri="{FF2B5EF4-FFF2-40B4-BE49-F238E27FC236}">
                <a16:creationId xmlns:a16="http://schemas.microsoft.com/office/drawing/2014/main" id="{4E60BFB6-9708-2E1D-D29C-7C6E717591CF}"/>
              </a:ext>
            </a:extLst>
          </p:cNvPr>
          <p:cNvSpPr txBox="1">
            <a:spLocks/>
          </p:cNvSpPr>
          <p:nvPr/>
        </p:nvSpPr>
        <p:spPr>
          <a:xfrm>
            <a:off x="3206926" y="34283"/>
            <a:ext cx="603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AF6</a:t>
            </a:r>
          </a:p>
        </p:txBody>
      </p:sp>
      <p:sp>
        <p:nvSpPr>
          <p:cNvPr id="183" name="Botão de ação: Som 182">
            <a:hlinkClick r:id="" action="ppaction://noaction" highlightClick="1">
              <a:snd r:embed="rId2" name="applause.wav"/>
            </a:hlinkClick>
            <a:extLst>
              <a:ext uri="{FF2B5EF4-FFF2-40B4-BE49-F238E27FC236}">
                <a16:creationId xmlns:a16="http://schemas.microsoft.com/office/drawing/2014/main" id="{B85EB733-3929-2BE7-5E00-B7189B05A2B0}"/>
              </a:ext>
            </a:extLst>
          </p:cNvPr>
          <p:cNvSpPr/>
          <p:nvPr/>
        </p:nvSpPr>
        <p:spPr>
          <a:xfrm>
            <a:off x="5534022" y="2557485"/>
            <a:ext cx="533400" cy="202906"/>
          </a:xfrm>
          <a:prstGeom prst="actionButtonSou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7" name="CaixaDeTexto 186">
            <a:extLst>
              <a:ext uri="{FF2B5EF4-FFF2-40B4-BE49-F238E27FC236}">
                <a16:creationId xmlns:a16="http://schemas.microsoft.com/office/drawing/2014/main" id="{254E04E9-12A7-4B1C-1BBD-1AC8243008BC}"/>
              </a:ext>
            </a:extLst>
          </p:cNvPr>
          <p:cNvSpPr txBox="1">
            <a:spLocks/>
          </p:cNvSpPr>
          <p:nvPr/>
        </p:nvSpPr>
        <p:spPr>
          <a:xfrm>
            <a:off x="6026340" y="2472704"/>
            <a:ext cx="603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AF7</a:t>
            </a:r>
          </a:p>
        </p:txBody>
      </p:sp>
      <p:sp>
        <p:nvSpPr>
          <p:cNvPr id="188" name="Botão de ação: Som 187">
            <a:hlinkClick r:id="" action="ppaction://noaction" highlightClick="1">
              <a:snd r:embed="rId2" name="applause.wav"/>
            </a:hlinkClick>
            <a:extLst>
              <a:ext uri="{FF2B5EF4-FFF2-40B4-BE49-F238E27FC236}">
                <a16:creationId xmlns:a16="http://schemas.microsoft.com/office/drawing/2014/main" id="{451E9FCF-C54B-FEF2-B370-CD978D433494}"/>
              </a:ext>
            </a:extLst>
          </p:cNvPr>
          <p:cNvSpPr/>
          <p:nvPr/>
        </p:nvSpPr>
        <p:spPr>
          <a:xfrm>
            <a:off x="1217284" y="3138512"/>
            <a:ext cx="533400" cy="202906"/>
          </a:xfrm>
          <a:prstGeom prst="actionButtonSou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9" name="CaixaDeTexto 188">
            <a:extLst>
              <a:ext uri="{FF2B5EF4-FFF2-40B4-BE49-F238E27FC236}">
                <a16:creationId xmlns:a16="http://schemas.microsoft.com/office/drawing/2014/main" id="{E5AF012B-27D3-B08B-1269-73E63BFB983A}"/>
              </a:ext>
            </a:extLst>
          </p:cNvPr>
          <p:cNvSpPr txBox="1">
            <a:spLocks/>
          </p:cNvSpPr>
          <p:nvPr/>
        </p:nvSpPr>
        <p:spPr>
          <a:xfrm>
            <a:off x="1709602" y="3053731"/>
            <a:ext cx="603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AF2</a:t>
            </a:r>
          </a:p>
        </p:txBody>
      </p:sp>
      <p:sp>
        <p:nvSpPr>
          <p:cNvPr id="190" name="Botão de ação: Som 189">
            <a:hlinkClick r:id="" action="ppaction://noaction" highlightClick="1">
              <a:snd r:embed="rId2" name="applause.wav"/>
            </a:hlinkClick>
            <a:extLst>
              <a:ext uri="{FF2B5EF4-FFF2-40B4-BE49-F238E27FC236}">
                <a16:creationId xmlns:a16="http://schemas.microsoft.com/office/drawing/2014/main" id="{86C322C1-1835-F425-A204-D3E23823A270}"/>
              </a:ext>
            </a:extLst>
          </p:cNvPr>
          <p:cNvSpPr/>
          <p:nvPr/>
        </p:nvSpPr>
        <p:spPr>
          <a:xfrm>
            <a:off x="6764644" y="6148412"/>
            <a:ext cx="533400" cy="202906"/>
          </a:xfrm>
          <a:prstGeom prst="actionButtonSou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1" name="CaixaDeTexto 190">
            <a:extLst>
              <a:ext uri="{FF2B5EF4-FFF2-40B4-BE49-F238E27FC236}">
                <a16:creationId xmlns:a16="http://schemas.microsoft.com/office/drawing/2014/main" id="{83B9C5BA-E29D-702D-34BF-F738B3945B59}"/>
              </a:ext>
            </a:extLst>
          </p:cNvPr>
          <p:cNvSpPr txBox="1">
            <a:spLocks/>
          </p:cNvSpPr>
          <p:nvPr/>
        </p:nvSpPr>
        <p:spPr>
          <a:xfrm>
            <a:off x="7256962" y="6063631"/>
            <a:ext cx="603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AF3</a:t>
            </a:r>
          </a:p>
        </p:txBody>
      </p:sp>
      <p:sp>
        <p:nvSpPr>
          <p:cNvPr id="192" name="Botão de ação: Som 191">
            <a:hlinkClick r:id="" action="ppaction://noaction" highlightClick="1">
              <a:snd r:embed="rId2" name="applause.wav"/>
            </a:hlinkClick>
            <a:extLst>
              <a:ext uri="{FF2B5EF4-FFF2-40B4-BE49-F238E27FC236}">
                <a16:creationId xmlns:a16="http://schemas.microsoft.com/office/drawing/2014/main" id="{103EF94F-F56C-3601-DD16-813B0357D5AB}"/>
              </a:ext>
            </a:extLst>
          </p:cNvPr>
          <p:cNvSpPr/>
          <p:nvPr/>
        </p:nvSpPr>
        <p:spPr>
          <a:xfrm>
            <a:off x="11016604" y="3755732"/>
            <a:ext cx="533400" cy="202906"/>
          </a:xfrm>
          <a:prstGeom prst="actionButtonSou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3" name="CaixaDeTexto 192">
            <a:extLst>
              <a:ext uri="{FF2B5EF4-FFF2-40B4-BE49-F238E27FC236}">
                <a16:creationId xmlns:a16="http://schemas.microsoft.com/office/drawing/2014/main" id="{721FEDB3-B3C9-DD9B-06AE-47D71F170A2B}"/>
              </a:ext>
            </a:extLst>
          </p:cNvPr>
          <p:cNvSpPr txBox="1">
            <a:spLocks/>
          </p:cNvSpPr>
          <p:nvPr/>
        </p:nvSpPr>
        <p:spPr>
          <a:xfrm>
            <a:off x="11508922" y="3670951"/>
            <a:ext cx="603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AF4</a:t>
            </a:r>
          </a:p>
        </p:txBody>
      </p:sp>
      <p:sp>
        <p:nvSpPr>
          <p:cNvPr id="194" name="Botão de ação: Som 193">
            <a:hlinkClick r:id="" action="ppaction://noaction" highlightClick="1">
              <a:snd r:embed="rId2" name="applause.wav"/>
            </a:hlinkClick>
            <a:extLst>
              <a:ext uri="{FF2B5EF4-FFF2-40B4-BE49-F238E27FC236}">
                <a16:creationId xmlns:a16="http://schemas.microsoft.com/office/drawing/2014/main" id="{2DDB7576-CDE8-A67B-93DA-B1E6992A165C}"/>
              </a:ext>
            </a:extLst>
          </p:cNvPr>
          <p:cNvSpPr/>
          <p:nvPr/>
        </p:nvSpPr>
        <p:spPr>
          <a:xfrm>
            <a:off x="5411614" y="4961596"/>
            <a:ext cx="555880" cy="202906"/>
          </a:xfrm>
          <a:prstGeom prst="actionButtonSou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5" name="CaixaDeTexto 194">
            <a:extLst>
              <a:ext uri="{FF2B5EF4-FFF2-40B4-BE49-F238E27FC236}">
                <a16:creationId xmlns:a16="http://schemas.microsoft.com/office/drawing/2014/main" id="{43592F6B-B36F-96A2-7999-64FB96C84EFA}"/>
              </a:ext>
            </a:extLst>
          </p:cNvPr>
          <p:cNvSpPr txBox="1">
            <a:spLocks/>
          </p:cNvSpPr>
          <p:nvPr/>
        </p:nvSpPr>
        <p:spPr>
          <a:xfrm>
            <a:off x="5932507" y="4876815"/>
            <a:ext cx="1574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AF1 -&gt; Estação</a:t>
            </a:r>
          </a:p>
        </p:txBody>
      </p:sp>
    </p:spTree>
    <p:extLst>
      <p:ext uri="{BB962C8B-B14F-4D97-AF65-F5344CB8AC3E}">
        <p14:creationId xmlns:p14="http://schemas.microsoft.com/office/powerpoint/2010/main" val="16025849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3418</TotalTime>
  <Words>82</Words>
  <Application>Microsoft Office PowerPoint</Application>
  <PresentationFormat>Widescreen</PresentationFormat>
  <Paragraphs>71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Eduardo</dc:creator>
  <cp:lastModifiedBy>Eduardo</cp:lastModifiedBy>
  <cp:revision>141</cp:revision>
  <cp:lastPrinted>2026-08-25T14:11:48Z</cp:lastPrinted>
  <dcterms:created xsi:type="dcterms:W3CDTF">2022-11-18T12:46:37Z</dcterms:created>
  <dcterms:modified xsi:type="dcterms:W3CDTF">2026-09-06T18:00:03Z</dcterms:modified>
</cp:coreProperties>
</file>